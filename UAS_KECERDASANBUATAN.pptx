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88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63C788-3705-42F9-A0A4-201098E1AB7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9A0D9B8-3687-40B4-8A56-8DE7C4EFA7F8}">
      <dgm:prSet/>
      <dgm:spPr/>
      <dgm:t>
        <a:bodyPr/>
        <a:lstStyle/>
        <a:p>
          <a:r>
            <a:rPr lang="en-US" dirty="0" err="1">
              <a:latin typeface="Perpetua Titling MT" panose="02020502060505020804" pitchFamily="18" charset="0"/>
            </a:rPr>
            <a:t>Migrain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merupakan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gangguan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neurologis</a:t>
          </a:r>
          <a:r>
            <a:rPr lang="en-US" dirty="0">
              <a:latin typeface="Perpetua Titling MT" panose="02020502060505020804" pitchFamily="18" charset="0"/>
            </a:rPr>
            <a:t> yang </a:t>
          </a:r>
          <a:r>
            <a:rPr lang="en-US" dirty="0" err="1">
              <a:latin typeface="Perpetua Titling MT" panose="02020502060505020804" pitchFamily="18" charset="0"/>
            </a:rPr>
            <a:t>umum</a:t>
          </a:r>
          <a:endParaRPr lang="en-US" dirty="0">
            <a:latin typeface="Perpetua Titling MT" panose="02020502060505020804" pitchFamily="18" charset="0"/>
          </a:endParaRPr>
        </a:p>
      </dgm:t>
    </dgm:pt>
    <dgm:pt modelId="{30936CE8-1154-41BD-8E0F-BD585EAB3D14}" type="parTrans" cxnId="{A0F96338-B450-4C05-86DF-86AB35D2AFD8}">
      <dgm:prSet/>
      <dgm:spPr/>
      <dgm:t>
        <a:bodyPr/>
        <a:lstStyle/>
        <a:p>
          <a:endParaRPr lang="en-US"/>
        </a:p>
      </dgm:t>
    </dgm:pt>
    <dgm:pt modelId="{EE849E4A-26F1-40B1-83CB-115BEE9F2465}" type="sibTrans" cxnId="{A0F96338-B450-4C05-86DF-86AB35D2AFD8}">
      <dgm:prSet/>
      <dgm:spPr/>
      <dgm:t>
        <a:bodyPr/>
        <a:lstStyle/>
        <a:p>
          <a:endParaRPr lang="en-US"/>
        </a:p>
      </dgm:t>
    </dgm:pt>
    <dgm:pt modelId="{FCF47372-DEA2-4C87-8BE1-C68A1C0F3A27}">
      <dgm:prSet/>
      <dgm:spPr/>
      <dgm:t>
        <a:bodyPr/>
        <a:lstStyle/>
        <a:p>
          <a:r>
            <a:rPr lang="en-US" dirty="0">
              <a:latin typeface="Perpetua Titling MT" panose="02020502060505020804" pitchFamily="18" charset="0"/>
            </a:rPr>
            <a:t>Diagnosis </a:t>
          </a:r>
          <a:r>
            <a:rPr lang="en-US" dirty="0" err="1">
              <a:latin typeface="Perpetua Titling MT" panose="02020502060505020804" pitchFamily="18" charset="0"/>
            </a:rPr>
            <a:t>dapat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dibantu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dengan</a:t>
          </a:r>
          <a:r>
            <a:rPr lang="en-US" dirty="0">
              <a:latin typeface="Perpetua Titling MT" panose="02020502060505020804" pitchFamily="18" charset="0"/>
            </a:rPr>
            <a:t> Machine Learning</a:t>
          </a:r>
        </a:p>
      </dgm:t>
    </dgm:pt>
    <dgm:pt modelId="{018CB4F8-B1FE-4C94-86F9-FF3E3613A9F3}" type="parTrans" cxnId="{B96ADBE0-30E6-4658-A0AC-5CB6C59D6B7F}">
      <dgm:prSet/>
      <dgm:spPr/>
      <dgm:t>
        <a:bodyPr/>
        <a:lstStyle/>
        <a:p>
          <a:endParaRPr lang="en-US"/>
        </a:p>
      </dgm:t>
    </dgm:pt>
    <dgm:pt modelId="{885DC15F-9293-435B-AAA4-16472DB5E479}" type="sibTrans" cxnId="{B96ADBE0-30E6-4658-A0AC-5CB6C59D6B7F}">
      <dgm:prSet/>
      <dgm:spPr/>
      <dgm:t>
        <a:bodyPr/>
        <a:lstStyle/>
        <a:p>
          <a:endParaRPr lang="en-US"/>
        </a:p>
      </dgm:t>
    </dgm:pt>
    <dgm:pt modelId="{4E3EF9E7-9DF7-4463-9346-29637C21AE9C}">
      <dgm:prSet/>
      <dgm:spPr/>
      <dgm:t>
        <a:bodyPr/>
        <a:lstStyle/>
        <a:p>
          <a:r>
            <a:rPr lang="en-US" dirty="0">
              <a:latin typeface="Perpetua Titling MT" panose="02020502060505020804" pitchFamily="18" charset="0"/>
            </a:rPr>
            <a:t>Naive Bayes </a:t>
          </a:r>
          <a:r>
            <a:rPr lang="en-US" dirty="0" err="1">
              <a:latin typeface="Perpetua Titling MT" panose="02020502060505020804" pitchFamily="18" charset="0"/>
            </a:rPr>
            <a:t>efektif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untuk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klasifikasi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medis</a:t>
          </a:r>
          <a:endParaRPr lang="en-US" dirty="0">
            <a:latin typeface="Perpetua Titling MT" panose="02020502060505020804" pitchFamily="18" charset="0"/>
          </a:endParaRPr>
        </a:p>
      </dgm:t>
    </dgm:pt>
    <dgm:pt modelId="{A44AD69C-6B54-4974-9CF9-F6A31A9EDFC3}" type="parTrans" cxnId="{648A0BE3-8303-45DA-996B-4070776B3771}">
      <dgm:prSet/>
      <dgm:spPr/>
      <dgm:t>
        <a:bodyPr/>
        <a:lstStyle/>
        <a:p>
          <a:endParaRPr lang="en-US"/>
        </a:p>
      </dgm:t>
    </dgm:pt>
    <dgm:pt modelId="{1CCB458C-6316-4C72-9624-DB4B53F76F25}" type="sibTrans" cxnId="{648A0BE3-8303-45DA-996B-4070776B3771}">
      <dgm:prSet/>
      <dgm:spPr/>
      <dgm:t>
        <a:bodyPr/>
        <a:lstStyle/>
        <a:p>
          <a:endParaRPr lang="en-US"/>
        </a:p>
      </dgm:t>
    </dgm:pt>
    <dgm:pt modelId="{42B82369-3F4D-4182-A961-B7C4B29032F1}" type="pres">
      <dgm:prSet presAssocID="{1C63C788-3705-42F9-A0A4-201098E1AB76}" presName="linear" presStyleCnt="0">
        <dgm:presLayoutVars>
          <dgm:animLvl val="lvl"/>
          <dgm:resizeHandles val="exact"/>
        </dgm:presLayoutVars>
      </dgm:prSet>
      <dgm:spPr/>
    </dgm:pt>
    <dgm:pt modelId="{7285374D-C407-4834-A350-37A11292803E}" type="pres">
      <dgm:prSet presAssocID="{79A0D9B8-3687-40B4-8A56-8DE7C4EFA7F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F462E13-6F4F-458A-B123-49864B974879}" type="pres">
      <dgm:prSet presAssocID="{EE849E4A-26F1-40B1-83CB-115BEE9F2465}" presName="spacer" presStyleCnt="0"/>
      <dgm:spPr/>
    </dgm:pt>
    <dgm:pt modelId="{A0A2DCEF-C21A-4B3E-B66B-9E1684948AA3}" type="pres">
      <dgm:prSet presAssocID="{FCF47372-DEA2-4C87-8BE1-C68A1C0F3A2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0AE44DC-8018-475A-908F-4C0DE8FA66C1}" type="pres">
      <dgm:prSet presAssocID="{885DC15F-9293-435B-AAA4-16472DB5E479}" presName="spacer" presStyleCnt="0"/>
      <dgm:spPr/>
    </dgm:pt>
    <dgm:pt modelId="{47F22CA4-A4EA-4554-A937-798D09472D45}" type="pres">
      <dgm:prSet presAssocID="{4E3EF9E7-9DF7-4463-9346-29637C21AE9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0F96338-B450-4C05-86DF-86AB35D2AFD8}" srcId="{1C63C788-3705-42F9-A0A4-201098E1AB76}" destId="{79A0D9B8-3687-40B4-8A56-8DE7C4EFA7F8}" srcOrd="0" destOrd="0" parTransId="{30936CE8-1154-41BD-8E0F-BD585EAB3D14}" sibTransId="{EE849E4A-26F1-40B1-83CB-115BEE9F2465}"/>
    <dgm:cxn modelId="{7B3FA350-198E-4BC8-9143-F8D5D7C0904E}" type="presOf" srcId="{4E3EF9E7-9DF7-4463-9346-29637C21AE9C}" destId="{47F22CA4-A4EA-4554-A937-798D09472D45}" srcOrd="0" destOrd="0" presId="urn:microsoft.com/office/officeart/2005/8/layout/vList2"/>
    <dgm:cxn modelId="{68B73EBD-9261-4C39-A92C-4AD7006E1AA2}" type="presOf" srcId="{79A0D9B8-3687-40B4-8A56-8DE7C4EFA7F8}" destId="{7285374D-C407-4834-A350-37A11292803E}" srcOrd="0" destOrd="0" presId="urn:microsoft.com/office/officeart/2005/8/layout/vList2"/>
    <dgm:cxn modelId="{C2CA58DE-F630-43AF-86DC-37AD03FE63FB}" type="presOf" srcId="{FCF47372-DEA2-4C87-8BE1-C68A1C0F3A27}" destId="{A0A2DCEF-C21A-4B3E-B66B-9E1684948AA3}" srcOrd="0" destOrd="0" presId="urn:microsoft.com/office/officeart/2005/8/layout/vList2"/>
    <dgm:cxn modelId="{B96ADBE0-30E6-4658-A0AC-5CB6C59D6B7F}" srcId="{1C63C788-3705-42F9-A0A4-201098E1AB76}" destId="{FCF47372-DEA2-4C87-8BE1-C68A1C0F3A27}" srcOrd="1" destOrd="0" parTransId="{018CB4F8-B1FE-4C94-86F9-FF3E3613A9F3}" sibTransId="{885DC15F-9293-435B-AAA4-16472DB5E479}"/>
    <dgm:cxn modelId="{648A0BE3-8303-45DA-996B-4070776B3771}" srcId="{1C63C788-3705-42F9-A0A4-201098E1AB76}" destId="{4E3EF9E7-9DF7-4463-9346-29637C21AE9C}" srcOrd="2" destOrd="0" parTransId="{A44AD69C-6B54-4974-9CF9-F6A31A9EDFC3}" sibTransId="{1CCB458C-6316-4C72-9624-DB4B53F76F25}"/>
    <dgm:cxn modelId="{9DD90AF4-639C-4551-B4CD-C6EF0917CD49}" type="presOf" srcId="{1C63C788-3705-42F9-A0A4-201098E1AB76}" destId="{42B82369-3F4D-4182-A961-B7C4B29032F1}" srcOrd="0" destOrd="0" presId="urn:microsoft.com/office/officeart/2005/8/layout/vList2"/>
    <dgm:cxn modelId="{FCDD9F76-F7D4-429F-AC18-756A1ACDC68B}" type="presParOf" srcId="{42B82369-3F4D-4182-A961-B7C4B29032F1}" destId="{7285374D-C407-4834-A350-37A11292803E}" srcOrd="0" destOrd="0" presId="urn:microsoft.com/office/officeart/2005/8/layout/vList2"/>
    <dgm:cxn modelId="{0055497D-09D3-4320-A9DE-827FEC46345D}" type="presParOf" srcId="{42B82369-3F4D-4182-A961-B7C4B29032F1}" destId="{EF462E13-6F4F-458A-B123-49864B974879}" srcOrd="1" destOrd="0" presId="urn:microsoft.com/office/officeart/2005/8/layout/vList2"/>
    <dgm:cxn modelId="{6A25FFE2-8B01-45C7-A8D1-4093445CE6F3}" type="presParOf" srcId="{42B82369-3F4D-4182-A961-B7C4B29032F1}" destId="{A0A2DCEF-C21A-4B3E-B66B-9E1684948AA3}" srcOrd="2" destOrd="0" presId="urn:microsoft.com/office/officeart/2005/8/layout/vList2"/>
    <dgm:cxn modelId="{7DF3A5EE-2CD2-40AA-8281-B0305A775FB1}" type="presParOf" srcId="{42B82369-3F4D-4182-A961-B7C4B29032F1}" destId="{70AE44DC-8018-475A-908F-4C0DE8FA66C1}" srcOrd="3" destOrd="0" presId="urn:microsoft.com/office/officeart/2005/8/layout/vList2"/>
    <dgm:cxn modelId="{14B7C2C1-1119-40ED-962C-E5D00AE42385}" type="presParOf" srcId="{42B82369-3F4D-4182-A961-B7C4B29032F1}" destId="{47F22CA4-A4EA-4554-A937-798D09472D4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AC2508-E10F-42B3-8D7A-147A581BDE2C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BC6A736-E9C8-4835-948E-E6424E95BA28}">
      <dgm:prSet/>
      <dgm:spPr/>
      <dgm:t>
        <a:bodyPr/>
        <a:lstStyle/>
        <a:p>
          <a:r>
            <a:rPr lang="en-US" dirty="0" err="1">
              <a:latin typeface="Perpetua Titling MT" panose="02020502060505020804" pitchFamily="18" charset="0"/>
            </a:rPr>
            <a:t>Membedah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jurnal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klasifikasi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migrain</a:t>
          </a:r>
          <a:endParaRPr lang="en-US" dirty="0">
            <a:latin typeface="Perpetua Titling MT" panose="02020502060505020804" pitchFamily="18" charset="0"/>
          </a:endParaRPr>
        </a:p>
      </dgm:t>
    </dgm:pt>
    <dgm:pt modelId="{0E56F576-44DA-4C9D-9158-31529C72D181}" type="parTrans" cxnId="{A56755DD-25D0-4231-AD45-AABCAFF9FB06}">
      <dgm:prSet/>
      <dgm:spPr/>
      <dgm:t>
        <a:bodyPr/>
        <a:lstStyle/>
        <a:p>
          <a:endParaRPr lang="en-US"/>
        </a:p>
      </dgm:t>
    </dgm:pt>
    <dgm:pt modelId="{AA767417-D8BF-4033-9CD6-560E81158A97}" type="sibTrans" cxnId="{A56755DD-25D0-4231-AD45-AABCAFF9FB06}">
      <dgm:prSet/>
      <dgm:spPr/>
      <dgm:t>
        <a:bodyPr/>
        <a:lstStyle/>
        <a:p>
          <a:endParaRPr lang="en-US">
            <a:latin typeface="Perpetua Titling MT" panose="02020502060505020804" pitchFamily="18" charset="0"/>
          </a:endParaRPr>
        </a:p>
      </dgm:t>
    </dgm:pt>
    <dgm:pt modelId="{72431D34-E019-4AF4-BE7C-896A141AEC91}">
      <dgm:prSet/>
      <dgm:spPr/>
      <dgm:t>
        <a:bodyPr/>
        <a:lstStyle/>
        <a:p>
          <a:r>
            <a:rPr lang="en-US">
              <a:latin typeface="Perpetua Titling MT" panose="02020502060505020804" pitchFamily="18" charset="0"/>
            </a:rPr>
            <a:t>Melakukan implementasi ulang model</a:t>
          </a:r>
        </a:p>
      </dgm:t>
    </dgm:pt>
    <dgm:pt modelId="{9ACFBD76-420A-46D7-A5B7-0222714E60B8}" type="parTrans" cxnId="{312E2E76-0E9A-4E02-BB09-C7D7B11D0D6C}">
      <dgm:prSet/>
      <dgm:spPr/>
      <dgm:t>
        <a:bodyPr/>
        <a:lstStyle/>
        <a:p>
          <a:endParaRPr lang="en-US"/>
        </a:p>
      </dgm:t>
    </dgm:pt>
    <dgm:pt modelId="{48EF0CEB-74DC-46D7-A10F-F94C8C03D6DD}" type="sibTrans" cxnId="{312E2E76-0E9A-4E02-BB09-C7D7B11D0D6C}">
      <dgm:prSet/>
      <dgm:spPr/>
      <dgm:t>
        <a:bodyPr/>
        <a:lstStyle/>
        <a:p>
          <a:endParaRPr lang="en-US">
            <a:latin typeface="Perpetua Titling MT" panose="02020502060505020804" pitchFamily="18" charset="0"/>
          </a:endParaRPr>
        </a:p>
      </dgm:t>
    </dgm:pt>
    <dgm:pt modelId="{37291B2F-A4C2-4558-83CD-71B0B0AA2C9F}">
      <dgm:prSet/>
      <dgm:spPr/>
      <dgm:t>
        <a:bodyPr/>
        <a:lstStyle/>
        <a:p>
          <a:r>
            <a:rPr lang="en-US">
              <a:latin typeface="Perpetua Titling MT" panose="02020502060505020804" pitchFamily="18" charset="0"/>
            </a:rPr>
            <a:t>Membandingkan hasil jurnal dan eksperimen</a:t>
          </a:r>
        </a:p>
      </dgm:t>
    </dgm:pt>
    <dgm:pt modelId="{1CD1DF7B-E1FF-492B-8502-026BA93229F7}" type="parTrans" cxnId="{298A347A-ACFF-45A4-BDB9-FB9D8B616518}">
      <dgm:prSet/>
      <dgm:spPr/>
      <dgm:t>
        <a:bodyPr/>
        <a:lstStyle/>
        <a:p>
          <a:endParaRPr lang="en-US"/>
        </a:p>
      </dgm:t>
    </dgm:pt>
    <dgm:pt modelId="{BF7B4FEE-2490-4769-B6D6-89029C909748}" type="sibTrans" cxnId="{298A347A-ACFF-45A4-BDB9-FB9D8B616518}">
      <dgm:prSet/>
      <dgm:spPr/>
      <dgm:t>
        <a:bodyPr/>
        <a:lstStyle/>
        <a:p>
          <a:endParaRPr lang="en-US"/>
        </a:p>
      </dgm:t>
    </dgm:pt>
    <dgm:pt modelId="{7AC933E3-6790-4A6B-92B3-1D72BAB14A76}" type="pres">
      <dgm:prSet presAssocID="{17AC2508-E10F-42B3-8D7A-147A581BDE2C}" presName="diagram" presStyleCnt="0">
        <dgm:presLayoutVars>
          <dgm:dir/>
          <dgm:resizeHandles val="exact"/>
        </dgm:presLayoutVars>
      </dgm:prSet>
      <dgm:spPr/>
    </dgm:pt>
    <dgm:pt modelId="{107CBAAE-4E00-40A6-A3EA-F6EA3F4AAAF5}" type="pres">
      <dgm:prSet presAssocID="{ABC6A736-E9C8-4835-948E-E6424E95BA28}" presName="node" presStyleLbl="node1" presStyleIdx="0" presStyleCnt="3">
        <dgm:presLayoutVars>
          <dgm:bulletEnabled val="1"/>
        </dgm:presLayoutVars>
      </dgm:prSet>
      <dgm:spPr/>
    </dgm:pt>
    <dgm:pt modelId="{125AC7DB-F93F-47F5-AA3D-09A09E6C4D63}" type="pres">
      <dgm:prSet presAssocID="{AA767417-D8BF-4033-9CD6-560E81158A97}" presName="sibTrans" presStyleLbl="sibTrans2D1" presStyleIdx="0" presStyleCnt="2"/>
      <dgm:spPr/>
    </dgm:pt>
    <dgm:pt modelId="{1E95DB17-61B7-42FE-93EB-9F218406D3B2}" type="pres">
      <dgm:prSet presAssocID="{AA767417-D8BF-4033-9CD6-560E81158A97}" presName="connectorText" presStyleLbl="sibTrans2D1" presStyleIdx="0" presStyleCnt="2"/>
      <dgm:spPr/>
    </dgm:pt>
    <dgm:pt modelId="{159E9B1A-2390-491A-A6ED-A754DA3853B1}" type="pres">
      <dgm:prSet presAssocID="{72431D34-E019-4AF4-BE7C-896A141AEC91}" presName="node" presStyleLbl="node1" presStyleIdx="1" presStyleCnt="3">
        <dgm:presLayoutVars>
          <dgm:bulletEnabled val="1"/>
        </dgm:presLayoutVars>
      </dgm:prSet>
      <dgm:spPr/>
    </dgm:pt>
    <dgm:pt modelId="{34B46627-F063-49F8-8EDC-10F8D1907806}" type="pres">
      <dgm:prSet presAssocID="{48EF0CEB-74DC-46D7-A10F-F94C8C03D6DD}" presName="sibTrans" presStyleLbl="sibTrans2D1" presStyleIdx="1" presStyleCnt="2"/>
      <dgm:spPr/>
    </dgm:pt>
    <dgm:pt modelId="{0FA45176-7655-49FC-AA38-1F802CBFF911}" type="pres">
      <dgm:prSet presAssocID="{48EF0CEB-74DC-46D7-A10F-F94C8C03D6DD}" presName="connectorText" presStyleLbl="sibTrans2D1" presStyleIdx="1" presStyleCnt="2"/>
      <dgm:spPr/>
    </dgm:pt>
    <dgm:pt modelId="{B1418298-0036-4F75-92CA-8D74936515E3}" type="pres">
      <dgm:prSet presAssocID="{37291B2F-A4C2-4558-83CD-71B0B0AA2C9F}" presName="node" presStyleLbl="node1" presStyleIdx="2" presStyleCnt="3">
        <dgm:presLayoutVars>
          <dgm:bulletEnabled val="1"/>
        </dgm:presLayoutVars>
      </dgm:prSet>
      <dgm:spPr/>
    </dgm:pt>
  </dgm:ptLst>
  <dgm:cxnLst>
    <dgm:cxn modelId="{5A405705-0B4F-476D-A99D-10060258863A}" type="presOf" srcId="{AA767417-D8BF-4033-9CD6-560E81158A97}" destId="{1E95DB17-61B7-42FE-93EB-9F218406D3B2}" srcOrd="1" destOrd="0" presId="urn:microsoft.com/office/officeart/2005/8/layout/process5"/>
    <dgm:cxn modelId="{A3649022-DDE2-4E7D-8737-9C168A23C6A6}" type="presOf" srcId="{AA767417-D8BF-4033-9CD6-560E81158A97}" destId="{125AC7DB-F93F-47F5-AA3D-09A09E6C4D63}" srcOrd="0" destOrd="0" presId="urn:microsoft.com/office/officeart/2005/8/layout/process5"/>
    <dgm:cxn modelId="{5C7CC625-9588-4731-93EB-A7ABB23172A3}" type="presOf" srcId="{72431D34-E019-4AF4-BE7C-896A141AEC91}" destId="{159E9B1A-2390-491A-A6ED-A754DA3853B1}" srcOrd="0" destOrd="0" presId="urn:microsoft.com/office/officeart/2005/8/layout/process5"/>
    <dgm:cxn modelId="{F5880A33-E458-46A4-90C8-3D0A52446B22}" type="presOf" srcId="{48EF0CEB-74DC-46D7-A10F-F94C8C03D6DD}" destId="{34B46627-F063-49F8-8EDC-10F8D1907806}" srcOrd="0" destOrd="0" presId="urn:microsoft.com/office/officeart/2005/8/layout/process5"/>
    <dgm:cxn modelId="{CCDD743B-BF43-4AB8-9EF5-6639EA520146}" type="presOf" srcId="{17AC2508-E10F-42B3-8D7A-147A581BDE2C}" destId="{7AC933E3-6790-4A6B-92B3-1D72BAB14A76}" srcOrd="0" destOrd="0" presId="urn:microsoft.com/office/officeart/2005/8/layout/process5"/>
    <dgm:cxn modelId="{312E2E76-0E9A-4E02-BB09-C7D7B11D0D6C}" srcId="{17AC2508-E10F-42B3-8D7A-147A581BDE2C}" destId="{72431D34-E019-4AF4-BE7C-896A141AEC91}" srcOrd="1" destOrd="0" parTransId="{9ACFBD76-420A-46D7-A5B7-0222714E60B8}" sibTransId="{48EF0CEB-74DC-46D7-A10F-F94C8C03D6DD}"/>
    <dgm:cxn modelId="{5BA2A856-0698-4280-A4CF-671AE96253FE}" type="presOf" srcId="{48EF0CEB-74DC-46D7-A10F-F94C8C03D6DD}" destId="{0FA45176-7655-49FC-AA38-1F802CBFF911}" srcOrd="1" destOrd="0" presId="urn:microsoft.com/office/officeart/2005/8/layout/process5"/>
    <dgm:cxn modelId="{298A347A-ACFF-45A4-BDB9-FB9D8B616518}" srcId="{17AC2508-E10F-42B3-8D7A-147A581BDE2C}" destId="{37291B2F-A4C2-4558-83CD-71B0B0AA2C9F}" srcOrd="2" destOrd="0" parTransId="{1CD1DF7B-E1FF-492B-8502-026BA93229F7}" sibTransId="{BF7B4FEE-2490-4769-B6D6-89029C909748}"/>
    <dgm:cxn modelId="{4BFCB286-C220-407A-A547-CF67F9203652}" type="presOf" srcId="{ABC6A736-E9C8-4835-948E-E6424E95BA28}" destId="{107CBAAE-4E00-40A6-A3EA-F6EA3F4AAAF5}" srcOrd="0" destOrd="0" presId="urn:microsoft.com/office/officeart/2005/8/layout/process5"/>
    <dgm:cxn modelId="{7583D1CB-FD00-4294-8017-DC2F53732B50}" type="presOf" srcId="{37291B2F-A4C2-4558-83CD-71B0B0AA2C9F}" destId="{B1418298-0036-4F75-92CA-8D74936515E3}" srcOrd="0" destOrd="0" presId="urn:microsoft.com/office/officeart/2005/8/layout/process5"/>
    <dgm:cxn modelId="{A56755DD-25D0-4231-AD45-AABCAFF9FB06}" srcId="{17AC2508-E10F-42B3-8D7A-147A581BDE2C}" destId="{ABC6A736-E9C8-4835-948E-E6424E95BA28}" srcOrd="0" destOrd="0" parTransId="{0E56F576-44DA-4C9D-9158-31529C72D181}" sibTransId="{AA767417-D8BF-4033-9CD6-560E81158A97}"/>
    <dgm:cxn modelId="{558C33B2-BE60-4AC4-9B5C-FE43C478D1B9}" type="presParOf" srcId="{7AC933E3-6790-4A6B-92B3-1D72BAB14A76}" destId="{107CBAAE-4E00-40A6-A3EA-F6EA3F4AAAF5}" srcOrd="0" destOrd="0" presId="urn:microsoft.com/office/officeart/2005/8/layout/process5"/>
    <dgm:cxn modelId="{4E7BECE4-4D4A-4B60-BB5C-463CE462B267}" type="presParOf" srcId="{7AC933E3-6790-4A6B-92B3-1D72BAB14A76}" destId="{125AC7DB-F93F-47F5-AA3D-09A09E6C4D63}" srcOrd="1" destOrd="0" presId="urn:microsoft.com/office/officeart/2005/8/layout/process5"/>
    <dgm:cxn modelId="{8AF2B63B-03E3-44E6-BEF0-A63993B11529}" type="presParOf" srcId="{125AC7DB-F93F-47F5-AA3D-09A09E6C4D63}" destId="{1E95DB17-61B7-42FE-93EB-9F218406D3B2}" srcOrd="0" destOrd="0" presId="urn:microsoft.com/office/officeart/2005/8/layout/process5"/>
    <dgm:cxn modelId="{647C60C1-F092-4AC2-A6C3-38FA6E43D94E}" type="presParOf" srcId="{7AC933E3-6790-4A6B-92B3-1D72BAB14A76}" destId="{159E9B1A-2390-491A-A6ED-A754DA3853B1}" srcOrd="2" destOrd="0" presId="urn:microsoft.com/office/officeart/2005/8/layout/process5"/>
    <dgm:cxn modelId="{02D96E7A-A3A9-4E5B-8B41-64B7B1C988F9}" type="presParOf" srcId="{7AC933E3-6790-4A6B-92B3-1D72BAB14A76}" destId="{34B46627-F063-49F8-8EDC-10F8D1907806}" srcOrd="3" destOrd="0" presId="urn:microsoft.com/office/officeart/2005/8/layout/process5"/>
    <dgm:cxn modelId="{32FED63F-EFD1-4370-B721-532E34CF2932}" type="presParOf" srcId="{34B46627-F063-49F8-8EDC-10F8D1907806}" destId="{0FA45176-7655-49FC-AA38-1F802CBFF911}" srcOrd="0" destOrd="0" presId="urn:microsoft.com/office/officeart/2005/8/layout/process5"/>
    <dgm:cxn modelId="{A28447CF-D64D-4C0A-AF41-5928A8E5BA4F}" type="presParOf" srcId="{7AC933E3-6790-4A6B-92B3-1D72BAB14A76}" destId="{B1418298-0036-4F75-92CA-8D74936515E3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3DC2CA-73E8-41B3-A8A6-62B80F74C70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4B64F66-AD00-4B73-8A64-DA6B8B84C102}">
      <dgm:prSet/>
      <dgm:spPr/>
      <dgm:t>
        <a:bodyPr/>
        <a:lstStyle/>
        <a:p>
          <a:r>
            <a:rPr lang="en-US" dirty="0" err="1">
              <a:latin typeface="Perpetua Titling MT" panose="02020502060505020804" pitchFamily="18" charset="0"/>
            </a:rPr>
            <a:t>Sumber</a:t>
          </a:r>
          <a:r>
            <a:rPr lang="en-US" dirty="0">
              <a:latin typeface="Perpetua Titling MT" panose="02020502060505020804" pitchFamily="18" charset="0"/>
            </a:rPr>
            <a:t>: Kaggle</a:t>
          </a:r>
        </a:p>
      </dgm:t>
    </dgm:pt>
    <dgm:pt modelId="{3DD57910-FF73-451A-847A-0DB46E95BB63}" type="parTrans" cxnId="{D1F0C421-6039-471E-9EB2-B3ABD2A360A8}">
      <dgm:prSet/>
      <dgm:spPr/>
      <dgm:t>
        <a:bodyPr/>
        <a:lstStyle/>
        <a:p>
          <a:endParaRPr lang="en-US"/>
        </a:p>
      </dgm:t>
    </dgm:pt>
    <dgm:pt modelId="{7C95CD02-436D-4AF7-8971-D15CB63C8348}" type="sibTrans" cxnId="{D1F0C421-6039-471E-9EB2-B3ABD2A360A8}">
      <dgm:prSet/>
      <dgm:spPr/>
      <dgm:t>
        <a:bodyPr/>
        <a:lstStyle/>
        <a:p>
          <a:endParaRPr lang="en-US"/>
        </a:p>
      </dgm:t>
    </dgm:pt>
    <dgm:pt modelId="{9C4C1639-D8F3-4ECF-A44F-7A07D864E171}">
      <dgm:prSet/>
      <dgm:spPr/>
      <dgm:t>
        <a:bodyPr/>
        <a:lstStyle/>
        <a:p>
          <a:r>
            <a:rPr lang="en-US" dirty="0">
              <a:latin typeface="Perpetua Titling MT" panose="02020502060505020804" pitchFamily="18" charset="0"/>
            </a:rPr>
            <a:t>Migraine Symptom Dataset</a:t>
          </a:r>
        </a:p>
      </dgm:t>
    </dgm:pt>
    <dgm:pt modelId="{32EE2F24-BB13-492F-A9C8-CE3282457BB8}" type="parTrans" cxnId="{F202C6A4-604B-417A-8A80-0020D349578D}">
      <dgm:prSet/>
      <dgm:spPr/>
      <dgm:t>
        <a:bodyPr/>
        <a:lstStyle/>
        <a:p>
          <a:endParaRPr lang="en-US"/>
        </a:p>
      </dgm:t>
    </dgm:pt>
    <dgm:pt modelId="{AC98E9F7-960F-4A81-AC1A-64DB33658054}" type="sibTrans" cxnId="{F202C6A4-604B-417A-8A80-0020D349578D}">
      <dgm:prSet/>
      <dgm:spPr/>
      <dgm:t>
        <a:bodyPr/>
        <a:lstStyle/>
        <a:p>
          <a:endParaRPr lang="en-US"/>
        </a:p>
      </dgm:t>
    </dgm:pt>
    <dgm:pt modelId="{0D560A91-0E49-4989-ACA4-1445C617D889}">
      <dgm:prSet/>
      <dgm:spPr/>
      <dgm:t>
        <a:bodyPr/>
        <a:lstStyle/>
        <a:p>
          <a:r>
            <a:rPr lang="en-US" dirty="0">
              <a:latin typeface="Perpetua Titling MT" panose="02020502060505020804" pitchFamily="18" charset="0"/>
            </a:rPr>
            <a:t>23 </a:t>
          </a:r>
          <a:r>
            <a:rPr lang="en-US" dirty="0" err="1">
              <a:latin typeface="Perpetua Titling MT" panose="02020502060505020804" pitchFamily="18" charset="0"/>
            </a:rPr>
            <a:t>fitur</a:t>
          </a:r>
          <a:r>
            <a:rPr lang="en-US" dirty="0">
              <a:latin typeface="Perpetua Titling MT" panose="02020502060505020804" pitchFamily="18" charset="0"/>
            </a:rPr>
            <a:t> + 1 target (Type)</a:t>
          </a:r>
        </a:p>
      </dgm:t>
    </dgm:pt>
    <dgm:pt modelId="{2ED8115E-DC76-4113-8BAF-31DFE3E5F1F8}" type="parTrans" cxnId="{FC8D99FA-F021-451C-8588-FB37DFBD38EF}">
      <dgm:prSet/>
      <dgm:spPr/>
      <dgm:t>
        <a:bodyPr/>
        <a:lstStyle/>
        <a:p>
          <a:endParaRPr lang="en-US"/>
        </a:p>
      </dgm:t>
    </dgm:pt>
    <dgm:pt modelId="{75F3857D-7E2D-43F3-81F2-6AB8E74FE7F0}" type="sibTrans" cxnId="{FC8D99FA-F021-451C-8588-FB37DFBD38EF}">
      <dgm:prSet/>
      <dgm:spPr/>
      <dgm:t>
        <a:bodyPr/>
        <a:lstStyle/>
        <a:p>
          <a:endParaRPr lang="en-US"/>
        </a:p>
      </dgm:t>
    </dgm:pt>
    <dgm:pt modelId="{005CA3FA-CB6B-44F4-8470-FDA963A6771C}">
      <dgm:prSet/>
      <dgm:spPr/>
      <dgm:t>
        <a:bodyPr/>
        <a:lstStyle/>
        <a:p>
          <a:r>
            <a:rPr lang="en-US" dirty="0">
              <a:latin typeface="Perpetua Titling MT" panose="02020502060505020804" pitchFamily="18" charset="0"/>
            </a:rPr>
            <a:t>Dataset </a:t>
          </a:r>
          <a:r>
            <a:rPr lang="en-US" dirty="0" err="1">
              <a:latin typeface="Perpetua Titling MT" panose="02020502060505020804" pitchFamily="18" charset="0"/>
            </a:rPr>
            <a:t>sama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dengan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jurnal</a:t>
          </a:r>
          <a:endParaRPr lang="en-US" dirty="0">
            <a:latin typeface="Perpetua Titling MT" panose="02020502060505020804" pitchFamily="18" charset="0"/>
          </a:endParaRPr>
        </a:p>
      </dgm:t>
    </dgm:pt>
    <dgm:pt modelId="{D5EA214A-E661-476E-8B87-8E84037CA98F}" type="parTrans" cxnId="{940840B2-CEBA-4682-856C-2C932136C9B5}">
      <dgm:prSet/>
      <dgm:spPr/>
      <dgm:t>
        <a:bodyPr/>
        <a:lstStyle/>
        <a:p>
          <a:endParaRPr lang="en-US"/>
        </a:p>
      </dgm:t>
    </dgm:pt>
    <dgm:pt modelId="{9DC61C8D-E7EA-4DCB-B645-6F66E706EB61}" type="sibTrans" cxnId="{940840B2-CEBA-4682-856C-2C932136C9B5}">
      <dgm:prSet/>
      <dgm:spPr/>
      <dgm:t>
        <a:bodyPr/>
        <a:lstStyle/>
        <a:p>
          <a:endParaRPr lang="en-US"/>
        </a:p>
      </dgm:t>
    </dgm:pt>
    <dgm:pt modelId="{6A049CC3-BA10-4B89-B53A-1C2BBAFEA66F}" type="pres">
      <dgm:prSet presAssocID="{383DC2CA-73E8-41B3-A8A6-62B80F74C700}" presName="root" presStyleCnt="0">
        <dgm:presLayoutVars>
          <dgm:dir/>
          <dgm:resizeHandles val="exact"/>
        </dgm:presLayoutVars>
      </dgm:prSet>
      <dgm:spPr/>
    </dgm:pt>
    <dgm:pt modelId="{36DF2FC6-2CF4-4E3C-B8C1-91CB607E9CD2}" type="pres">
      <dgm:prSet presAssocID="{64B64F66-AD00-4B73-8A64-DA6B8B84C102}" presName="compNode" presStyleCnt="0"/>
      <dgm:spPr/>
    </dgm:pt>
    <dgm:pt modelId="{2F5EB1D6-7E59-4B67-AD2D-DC591C32587F}" type="pres">
      <dgm:prSet presAssocID="{64B64F66-AD00-4B73-8A64-DA6B8B84C102}" presName="bgRect" presStyleLbl="bgShp" presStyleIdx="0" presStyleCnt="4"/>
      <dgm:spPr/>
    </dgm:pt>
    <dgm:pt modelId="{F7D76F83-D07F-4ED9-9AB9-F8924B8E73FD}" type="pres">
      <dgm:prSet presAssocID="{64B64F66-AD00-4B73-8A64-DA6B8B84C10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mbrella"/>
        </a:ext>
      </dgm:extLst>
    </dgm:pt>
    <dgm:pt modelId="{8F2C1ECF-9911-492D-89FC-174A93DE8CDC}" type="pres">
      <dgm:prSet presAssocID="{64B64F66-AD00-4B73-8A64-DA6B8B84C102}" presName="spaceRect" presStyleCnt="0"/>
      <dgm:spPr/>
    </dgm:pt>
    <dgm:pt modelId="{2140EB8E-9A5B-4382-AEDD-9FE5B76C4729}" type="pres">
      <dgm:prSet presAssocID="{64B64F66-AD00-4B73-8A64-DA6B8B84C102}" presName="parTx" presStyleLbl="revTx" presStyleIdx="0" presStyleCnt="4">
        <dgm:presLayoutVars>
          <dgm:chMax val="0"/>
          <dgm:chPref val="0"/>
        </dgm:presLayoutVars>
      </dgm:prSet>
      <dgm:spPr/>
    </dgm:pt>
    <dgm:pt modelId="{88C8573B-B784-4FEB-816F-3941B6569FA8}" type="pres">
      <dgm:prSet presAssocID="{7C95CD02-436D-4AF7-8971-D15CB63C8348}" presName="sibTrans" presStyleCnt="0"/>
      <dgm:spPr/>
    </dgm:pt>
    <dgm:pt modelId="{C0877B06-B57B-4131-B921-27B96CD0A1B9}" type="pres">
      <dgm:prSet presAssocID="{9C4C1639-D8F3-4ECF-A44F-7A07D864E171}" presName="compNode" presStyleCnt="0"/>
      <dgm:spPr/>
    </dgm:pt>
    <dgm:pt modelId="{80D4715F-BA18-49CF-A21C-055FC4C76965}" type="pres">
      <dgm:prSet presAssocID="{9C4C1639-D8F3-4ECF-A44F-7A07D864E171}" presName="bgRect" presStyleLbl="bgShp" presStyleIdx="1" presStyleCnt="4"/>
      <dgm:spPr/>
    </dgm:pt>
    <dgm:pt modelId="{C5036324-E2AC-47FB-B443-1B2A0FB881B6}" type="pres">
      <dgm:prSet presAssocID="{9C4C1639-D8F3-4ECF-A44F-7A07D864E17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7EE66649-9A73-43AB-A368-2D008E0BB83E}" type="pres">
      <dgm:prSet presAssocID="{9C4C1639-D8F3-4ECF-A44F-7A07D864E171}" presName="spaceRect" presStyleCnt="0"/>
      <dgm:spPr/>
    </dgm:pt>
    <dgm:pt modelId="{32F79DBD-015F-4BBC-BCF7-3011FA6507D6}" type="pres">
      <dgm:prSet presAssocID="{9C4C1639-D8F3-4ECF-A44F-7A07D864E171}" presName="parTx" presStyleLbl="revTx" presStyleIdx="1" presStyleCnt="4">
        <dgm:presLayoutVars>
          <dgm:chMax val="0"/>
          <dgm:chPref val="0"/>
        </dgm:presLayoutVars>
      </dgm:prSet>
      <dgm:spPr/>
    </dgm:pt>
    <dgm:pt modelId="{6DFDD86F-24A1-46F3-9DDA-BADB10BDFE77}" type="pres">
      <dgm:prSet presAssocID="{AC98E9F7-960F-4A81-AC1A-64DB33658054}" presName="sibTrans" presStyleCnt="0"/>
      <dgm:spPr/>
    </dgm:pt>
    <dgm:pt modelId="{97C3EEA7-DC44-41B6-B75E-E892FDBE2359}" type="pres">
      <dgm:prSet presAssocID="{0D560A91-0E49-4989-ACA4-1445C617D889}" presName="compNode" presStyleCnt="0"/>
      <dgm:spPr/>
    </dgm:pt>
    <dgm:pt modelId="{C866B8B3-E348-4A32-8DF1-E6A689DB3FC2}" type="pres">
      <dgm:prSet presAssocID="{0D560A91-0E49-4989-ACA4-1445C617D889}" presName="bgRect" presStyleLbl="bgShp" presStyleIdx="2" presStyleCnt="4"/>
      <dgm:spPr/>
    </dgm:pt>
    <dgm:pt modelId="{5876C552-CAD3-4596-AE92-6DEA8E8B60C5}" type="pres">
      <dgm:prSet presAssocID="{0D560A91-0E49-4989-ACA4-1445C617D88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0B93239A-63DD-41D0-9CA7-96E063EAABF5}" type="pres">
      <dgm:prSet presAssocID="{0D560A91-0E49-4989-ACA4-1445C617D889}" presName="spaceRect" presStyleCnt="0"/>
      <dgm:spPr/>
    </dgm:pt>
    <dgm:pt modelId="{B0E28CE5-1F07-4053-A969-3808F66C59A7}" type="pres">
      <dgm:prSet presAssocID="{0D560A91-0E49-4989-ACA4-1445C617D889}" presName="parTx" presStyleLbl="revTx" presStyleIdx="2" presStyleCnt="4">
        <dgm:presLayoutVars>
          <dgm:chMax val="0"/>
          <dgm:chPref val="0"/>
        </dgm:presLayoutVars>
      </dgm:prSet>
      <dgm:spPr/>
    </dgm:pt>
    <dgm:pt modelId="{F3D8B401-4751-46CD-8726-395276F1F215}" type="pres">
      <dgm:prSet presAssocID="{75F3857D-7E2D-43F3-81F2-6AB8E74FE7F0}" presName="sibTrans" presStyleCnt="0"/>
      <dgm:spPr/>
    </dgm:pt>
    <dgm:pt modelId="{7541BE2D-B68C-4AAA-834C-C30B7DAB542A}" type="pres">
      <dgm:prSet presAssocID="{005CA3FA-CB6B-44F4-8470-FDA963A6771C}" presName="compNode" presStyleCnt="0"/>
      <dgm:spPr/>
    </dgm:pt>
    <dgm:pt modelId="{8E617813-0019-4190-B6A2-7396D4EB619D}" type="pres">
      <dgm:prSet presAssocID="{005CA3FA-CB6B-44F4-8470-FDA963A6771C}" presName="bgRect" presStyleLbl="bgShp" presStyleIdx="3" presStyleCnt="4"/>
      <dgm:spPr/>
    </dgm:pt>
    <dgm:pt modelId="{6542311B-6EBC-40B2-BED7-786E23187F7B}" type="pres">
      <dgm:prSet presAssocID="{005CA3FA-CB6B-44F4-8470-FDA963A6771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574FE19-1C30-40CB-AA23-AB5968B3F620}" type="pres">
      <dgm:prSet presAssocID="{005CA3FA-CB6B-44F4-8470-FDA963A6771C}" presName="spaceRect" presStyleCnt="0"/>
      <dgm:spPr/>
    </dgm:pt>
    <dgm:pt modelId="{184B3995-CAE1-4047-B84A-3365EF65FC9A}" type="pres">
      <dgm:prSet presAssocID="{005CA3FA-CB6B-44F4-8470-FDA963A6771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1F0C421-6039-471E-9EB2-B3ABD2A360A8}" srcId="{383DC2CA-73E8-41B3-A8A6-62B80F74C700}" destId="{64B64F66-AD00-4B73-8A64-DA6B8B84C102}" srcOrd="0" destOrd="0" parTransId="{3DD57910-FF73-451A-847A-0DB46E95BB63}" sibTransId="{7C95CD02-436D-4AF7-8971-D15CB63C8348}"/>
    <dgm:cxn modelId="{4F1B9AA4-584C-4E80-A92D-7B85BE14FA64}" type="presOf" srcId="{005CA3FA-CB6B-44F4-8470-FDA963A6771C}" destId="{184B3995-CAE1-4047-B84A-3365EF65FC9A}" srcOrd="0" destOrd="0" presId="urn:microsoft.com/office/officeart/2018/2/layout/IconVerticalSolidList"/>
    <dgm:cxn modelId="{F202C6A4-604B-417A-8A80-0020D349578D}" srcId="{383DC2CA-73E8-41B3-A8A6-62B80F74C700}" destId="{9C4C1639-D8F3-4ECF-A44F-7A07D864E171}" srcOrd="1" destOrd="0" parTransId="{32EE2F24-BB13-492F-A9C8-CE3282457BB8}" sibTransId="{AC98E9F7-960F-4A81-AC1A-64DB33658054}"/>
    <dgm:cxn modelId="{72B432A7-8435-42DE-B627-2F309A06DD03}" type="presOf" srcId="{0D560A91-0E49-4989-ACA4-1445C617D889}" destId="{B0E28CE5-1F07-4053-A969-3808F66C59A7}" srcOrd="0" destOrd="0" presId="urn:microsoft.com/office/officeart/2018/2/layout/IconVerticalSolidList"/>
    <dgm:cxn modelId="{357063AC-D7F4-452D-A82F-5DD4C61BC1C8}" type="presOf" srcId="{9C4C1639-D8F3-4ECF-A44F-7A07D864E171}" destId="{32F79DBD-015F-4BBC-BCF7-3011FA6507D6}" srcOrd="0" destOrd="0" presId="urn:microsoft.com/office/officeart/2018/2/layout/IconVerticalSolidList"/>
    <dgm:cxn modelId="{940840B2-CEBA-4682-856C-2C932136C9B5}" srcId="{383DC2CA-73E8-41B3-A8A6-62B80F74C700}" destId="{005CA3FA-CB6B-44F4-8470-FDA963A6771C}" srcOrd="3" destOrd="0" parTransId="{D5EA214A-E661-476E-8B87-8E84037CA98F}" sibTransId="{9DC61C8D-E7EA-4DCB-B645-6F66E706EB61}"/>
    <dgm:cxn modelId="{7DE29AB5-C49E-417F-B609-8ED14F897604}" type="presOf" srcId="{64B64F66-AD00-4B73-8A64-DA6B8B84C102}" destId="{2140EB8E-9A5B-4382-AEDD-9FE5B76C4729}" srcOrd="0" destOrd="0" presId="urn:microsoft.com/office/officeart/2018/2/layout/IconVerticalSolidList"/>
    <dgm:cxn modelId="{6AD1C9C1-B6C3-4A37-A383-22E6955AD323}" type="presOf" srcId="{383DC2CA-73E8-41B3-A8A6-62B80F74C700}" destId="{6A049CC3-BA10-4B89-B53A-1C2BBAFEA66F}" srcOrd="0" destOrd="0" presId="urn:microsoft.com/office/officeart/2018/2/layout/IconVerticalSolidList"/>
    <dgm:cxn modelId="{FC8D99FA-F021-451C-8588-FB37DFBD38EF}" srcId="{383DC2CA-73E8-41B3-A8A6-62B80F74C700}" destId="{0D560A91-0E49-4989-ACA4-1445C617D889}" srcOrd="2" destOrd="0" parTransId="{2ED8115E-DC76-4113-8BAF-31DFE3E5F1F8}" sibTransId="{75F3857D-7E2D-43F3-81F2-6AB8E74FE7F0}"/>
    <dgm:cxn modelId="{DA67B91F-555A-4A69-A49F-BD191B3F50BB}" type="presParOf" srcId="{6A049CC3-BA10-4B89-B53A-1C2BBAFEA66F}" destId="{36DF2FC6-2CF4-4E3C-B8C1-91CB607E9CD2}" srcOrd="0" destOrd="0" presId="urn:microsoft.com/office/officeart/2018/2/layout/IconVerticalSolidList"/>
    <dgm:cxn modelId="{D635014A-F62E-499B-A84B-7A94CC2D2ED5}" type="presParOf" srcId="{36DF2FC6-2CF4-4E3C-B8C1-91CB607E9CD2}" destId="{2F5EB1D6-7E59-4B67-AD2D-DC591C32587F}" srcOrd="0" destOrd="0" presId="urn:microsoft.com/office/officeart/2018/2/layout/IconVerticalSolidList"/>
    <dgm:cxn modelId="{ED402367-D646-4176-B685-CEA4C64E4C19}" type="presParOf" srcId="{36DF2FC6-2CF4-4E3C-B8C1-91CB607E9CD2}" destId="{F7D76F83-D07F-4ED9-9AB9-F8924B8E73FD}" srcOrd="1" destOrd="0" presId="urn:microsoft.com/office/officeart/2018/2/layout/IconVerticalSolidList"/>
    <dgm:cxn modelId="{3055C011-6017-461A-8668-4A23A2E70810}" type="presParOf" srcId="{36DF2FC6-2CF4-4E3C-B8C1-91CB607E9CD2}" destId="{8F2C1ECF-9911-492D-89FC-174A93DE8CDC}" srcOrd="2" destOrd="0" presId="urn:microsoft.com/office/officeart/2018/2/layout/IconVerticalSolidList"/>
    <dgm:cxn modelId="{3324EA07-AC12-4174-8CD3-CA3329F33A18}" type="presParOf" srcId="{36DF2FC6-2CF4-4E3C-B8C1-91CB607E9CD2}" destId="{2140EB8E-9A5B-4382-AEDD-9FE5B76C4729}" srcOrd="3" destOrd="0" presId="urn:microsoft.com/office/officeart/2018/2/layout/IconVerticalSolidList"/>
    <dgm:cxn modelId="{61053599-ABC6-4D31-88C3-50E62BD8D25F}" type="presParOf" srcId="{6A049CC3-BA10-4B89-B53A-1C2BBAFEA66F}" destId="{88C8573B-B784-4FEB-816F-3941B6569FA8}" srcOrd="1" destOrd="0" presId="urn:microsoft.com/office/officeart/2018/2/layout/IconVerticalSolidList"/>
    <dgm:cxn modelId="{F436018A-5153-409B-9D16-2F1B7D02A1C9}" type="presParOf" srcId="{6A049CC3-BA10-4B89-B53A-1C2BBAFEA66F}" destId="{C0877B06-B57B-4131-B921-27B96CD0A1B9}" srcOrd="2" destOrd="0" presId="urn:microsoft.com/office/officeart/2018/2/layout/IconVerticalSolidList"/>
    <dgm:cxn modelId="{4A296B3D-0DD9-4779-98F7-E5D87D006BCF}" type="presParOf" srcId="{C0877B06-B57B-4131-B921-27B96CD0A1B9}" destId="{80D4715F-BA18-49CF-A21C-055FC4C76965}" srcOrd="0" destOrd="0" presId="urn:microsoft.com/office/officeart/2018/2/layout/IconVerticalSolidList"/>
    <dgm:cxn modelId="{E104409C-AFEA-4D6B-BD38-7E916892E421}" type="presParOf" srcId="{C0877B06-B57B-4131-B921-27B96CD0A1B9}" destId="{C5036324-E2AC-47FB-B443-1B2A0FB881B6}" srcOrd="1" destOrd="0" presId="urn:microsoft.com/office/officeart/2018/2/layout/IconVerticalSolidList"/>
    <dgm:cxn modelId="{9D4C773D-EB63-48E8-9F17-4746C019C190}" type="presParOf" srcId="{C0877B06-B57B-4131-B921-27B96CD0A1B9}" destId="{7EE66649-9A73-43AB-A368-2D008E0BB83E}" srcOrd="2" destOrd="0" presId="urn:microsoft.com/office/officeart/2018/2/layout/IconVerticalSolidList"/>
    <dgm:cxn modelId="{AC051F3E-9240-4BED-A61E-E65A74C27AAE}" type="presParOf" srcId="{C0877B06-B57B-4131-B921-27B96CD0A1B9}" destId="{32F79DBD-015F-4BBC-BCF7-3011FA6507D6}" srcOrd="3" destOrd="0" presId="urn:microsoft.com/office/officeart/2018/2/layout/IconVerticalSolidList"/>
    <dgm:cxn modelId="{30ADCE46-5AE6-4BB6-B22D-F81408E177DC}" type="presParOf" srcId="{6A049CC3-BA10-4B89-B53A-1C2BBAFEA66F}" destId="{6DFDD86F-24A1-46F3-9DDA-BADB10BDFE77}" srcOrd="3" destOrd="0" presId="urn:microsoft.com/office/officeart/2018/2/layout/IconVerticalSolidList"/>
    <dgm:cxn modelId="{B604023B-D1DB-408A-960B-0A5B4BD33E5F}" type="presParOf" srcId="{6A049CC3-BA10-4B89-B53A-1C2BBAFEA66F}" destId="{97C3EEA7-DC44-41B6-B75E-E892FDBE2359}" srcOrd="4" destOrd="0" presId="urn:microsoft.com/office/officeart/2018/2/layout/IconVerticalSolidList"/>
    <dgm:cxn modelId="{12BAAA3D-9545-4105-A711-27C1B8779631}" type="presParOf" srcId="{97C3EEA7-DC44-41B6-B75E-E892FDBE2359}" destId="{C866B8B3-E348-4A32-8DF1-E6A689DB3FC2}" srcOrd="0" destOrd="0" presId="urn:microsoft.com/office/officeart/2018/2/layout/IconVerticalSolidList"/>
    <dgm:cxn modelId="{FD4DB9C2-E7CC-4585-98E9-16334C889F7A}" type="presParOf" srcId="{97C3EEA7-DC44-41B6-B75E-E892FDBE2359}" destId="{5876C552-CAD3-4596-AE92-6DEA8E8B60C5}" srcOrd="1" destOrd="0" presId="urn:microsoft.com/office/officeart/2018/2/layout/IconVerticalSolidList"/>
    <dgm:cxn modelId="{8E14F136-CC44-4222-B1B7-8C4807C66D04}" type="presParOf" srcId="{97C3EEA7-DC44-41B6-B75E-E892FDBE2359}" destId="{0B93239A-63DD-41D0-9CA7-96E063EAABF5}" srcOrd="2" destOrd="0" presId="urn:microsoft.com/office/officeart/2018/2/layout/IconVerticalSolidList"/>
    <dgm:cxn modelId="{0769B7FD-ABFA-4402-87EA-619645480882}" type="presParOf" srcId="{97C3EEA7-DC44-41B6-B75E-E892FDBE2359}" destId="{B0E28CE5-1F07-4053-A969-3808F66C59A7}" srcOrd="3" destOrd="0" presId="urn:microsoft.com/office/officeart/2018/2/layout/IconVerticalSolidList"/>
    <dgm:cxn modelId="{B431B511-CD55-4CDE-B30F-060BE97AF1F8}" type="presParOf" srcId="{6A049CC3-BA10-4B89-B53A-1C2BBAFEA66F}" destId="{F3D8B401-4751-46CD-8726-395276F1F215}" srcOrd="5" destOrd="0" presId="urn:microsoft.com/office/officeart/2018/2/layout/IconVerticalSolidList"/>
    <dgm:cxn modelId="{8DCD6F56-8191-431E-8939-429E4FE6FD46}" type="presParOf" srcId="{6A049CC3-BA10-4B89-B53A-1C2BBAFEA66F}" destId="{7541BE2D-B68C-4AAA-834C-C30B7DAB542A}" srcOrd="6" destOrd="0" presId="urn:microsoft.com/office/officeart/2018/2/layout/IconVerticalSolidList"/>
    <dgm:cxn modelId="{C95E2463-FBE6-48E1-9C41-6C8781150B81}" type="presParOf" srcId="{7541BE2D-B68C-4AAA-834C-C30B7DAB542A}" destId="{8E617813-0019-4190-B6A2-7396D4EB619D}" srcOrd="0" destOrd="0" presId="urn:microsoft.com/office/officeart/2018/2/layout/IconVerticalSolidList"/>
    <dgm:cxn modelId="{B8FCE452-0A16-49DE-9E8F-6586DC5D6689}" type="presParOf" srcId="{7541BE2D-B68C-4AAA-834C-C30B7DAB542A}" destId="{6542311B-6EBC-40B2-BED7-786E23187F7B}" srcOrd="1" destOrd="0" presId="urn:microsoft.com/office/officeart/2018/2/layout/IconVerticalSolidList"/>
    <dgm:cxn modelId="{3ECFD612-ACB8-468F-86DA-6284661B7121}" type="presParOf" srcId="{7541BE2D-B68C-4AAA-834C-C30B7DAB542A}" destId="{9574FE19-1C30-40CB-AA23-AB5968B3F620}" srcOrd="2" destOrd="0" presId="urn:microsoft.com/office/officeart/2018/2/layout/IconVerticalSolidList"/>
    <dgm:cxn modelId="{0FAC75AD-7AB6-4EB3-AF69-430316F1FEDD}" type="presParOf" srcId="{7541BE2D-B68C-4AAA-834C-C30B7DAB542A}" destId="{184B3995-CAE1-4047-B84A-3365EF65FC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D34143D-E492-4C09-A14D-51C84C4BB76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FE3E3EE8-400D-44D5-A855-E6334AC0E0CB}">
      <dgm:prSet/>
      <dgm:spPr/>
      <dgm:t>
        <a:bodyPr/>
        <a:lstStyle/>
        <a:p>
          <a:pPr>
            <a:defRPr cap="all"/>
          </a:pPr>
          <a:r>
            <a:rPr lang="en-US" dirty="0">
              <a:latin typeface="Perpetua Titling MT" panose="02020502060505020804" pitchFamily="18" charset="0"/>
            </a:rPr>
            <a:t>Load dataset</a:t>
          </a:r>
        </a:p>
      </dgm:t>
    </dgm:pt>
    <dgm:pt modelId="{AFBD60BE-23C3-4F0C-AB74-DC765FE47B02}" type="parTrans" cxnId="{7B8CE296-CF0B-40DD-8C20-E5026A2FF711}">
      <dgm:prSet/>
      <dgm:spPr/>
      <dgm:t>
        <a:bodyPr/>
        <a:lstStyle/>
        <a:p>
          <a:endParaRPr lang="en-US"/>
        </a:p>
      </dgm:t>
    </dgm:pt>
    <dgm:pt modelId="{A9E90A12-73C9-4133-9D63-93CA63A7D62B}" type="sibTrans" cxnId="{7B8CE296-CF0B-40DD-8C20-E5026A2FF711}">
      <dgm:prSet/>
      <dgm:spPr/>
      <dgm:t>
        <a:bodyPr/>
        <a:lstStyle/>
        <a:p>
          <a:endParaRPr lang="en-US"/>
        </a:p>
      </dgm:t>
    </dgm:pt>
    <dgm:pt modelId="{3234D237-E969-4276-AC96-25E32010032C}">
      <dgm:prSet/>
      <dgm:spPr/>
      <dgm:t>
        <a:bodyPr/>
        <a:lstStyle/>
        <a:p>
          <a:pPr>
            <a:defRPr cap="all"/>
          </a:pPr>
          <a:r>
            <a:rPr lang="en-US" dirty="0">
              <a:latin typeface="Perpetua Titling MT" panose="02020502060505020804" pitchFamily="18" charset="0"/>
            </a:rPr>
            <a:t>Encoding label</a:t>
          </a:r>
        </a:p>
      </dgm:t>
    </dgm:pt>
    <dgm:pt modelId="{9660E3DA-6E2E-4EA8-8C29-8829B297227C}" type="parTrans" cxnId="{F612CE48-5D7D-429A-B929-C38F0704D778}">
      <dgm:prSet/>
      <dgm:spPr/>
      <dgm:t>
        <a:bodyPr/>
        <a:lstStyle/>
        <a:p>
          <a:endParaRPr lang="en-US"/>
        </a:p>
      </dgm:t>
    </dgm:pt>
    <dgm:pt modelId="{A026ACDB-3D3C-4BE4-A78E-E29A30164B84}" type="sibTrans" cxnId="{F612CE48-5D7D-429A-B929-C38F0704D778}">
      <dgm:prSet/>
      <dgm:spPr/>
      <dgm:t>
        <a:bodyPr/>
        <a:lstStyle/>
        <a:p>
          <a:endParaRPr lang="en-US"/>
        </a:p>
      </dgm:t>
    </dgm:pt>
    <dgm:pt modelId="{DA940761-7CE4-4336-8739-18DDDC8589EA}">
      <dgm:prSet/>
      <dgm:spPr/>
      <dgm:t>
        <a:bodyPr/>
        <a:lstStyle/>
        <a:p>
          <a:pPr>
            <a:defRPr cap="all"/>
          </a:pPr>
          <a:r>
            <a:rPr lang="en-US" dirty="0">
              <a:latin typeface="Perpetua Titling MT" panose="02020502060505020804" pitchFamily="18" charset="0"/>
            </a:rPr>
            <a:t>Split data</a:t>
          </a:r>
        </a:p>
      </dgm:t>
    </dgm:pt>
    <dgm:pt modelId="{A303EFAF-DB04-4C59-8574-A4933037DFC7}" type="parTrans" cxnId="{A25A7B5C-BFED-4A48-946F-B3074DA7DCEB}">
      <dgm:prSet/>
      <dgm:spPr/>
      <dgm:t>
        <a:bodyPr/>
        <a:lstStyle/>
        <a:p>
          <a:endParaRPr lang="en-US"/>
        </a:p>
      </dgm:t>
    </dgm:pt>
    <dgm:pt modelId="{39F98A20-8306-4A3B-B2C4-EA6FCEE488B7}" type="sibTrans" cxnId="{A25A7B5C-BFED-4A48-946F-B3074DA7DCEB}">
      <dgm:prSet/>
      <dgm:spPr/>
      <dgm:t>
        <a:bodyPr/>
        <a:lstStyle/>
        <a:p>
          <a:endParaRPr lang="en-US"/>
        </a:p>
      </dgm:t>
    </dgm:pt>
    <dgm:pt modelId="{66DCBF03-91F6-4F70-B77B-34BD78D6B08D}">
      <dgm:prSet/>
      <dgm:spPr/>
      <dgm:t>
        <a:bodyPr/>
        <a:lstStyle/>
        <a:p>
          <a:pPr>
            <a:defRPr cap="all"/>
          </a:pPr>
          <a:r>
            <a:rPr lang="en-US" dirty="0">
              <a:latin typeface="Perpetua Titling MT" panose="02020502060505020804" pitchFamily="18" charset="0"/>
            </a:rPr>
            <a:t>Training model</a:t>
          </a:r>
        </a:p>
      </dgm:t>
    </dgm:pt>
    <dgm:pt modelId="{4F1A491B-5136-4188-854A-4ADE2E5CDD61}" type="parTrans" cxnId="{4F89785A-A90B-4DB1-AA43-66B09B54A36F}">
      <dgm:prSet/>
      <dgm:spPr/>
      <dgm:t>
        <a:bodyPr/>
        <a:lstStyle/>
        <a:p>
          <a:endParaRPr lang="en-US"/>
        </a:p>
      </dgm:t>
    </dgm:pt>
    <dgm:pt modelId="{0DE27AD3-DAD2-4722-8EB0-33E5BC961807}" type="sibTrans" cxnId="{4F89785A-A90B-4DB1-AA43-66B09B54A36F}">
      <dgm:prSet/>
      <dgm:spPr/>
      <dgm:t>
        <a:bodyPr/>
        <a:lstStyle/>
        <a:p>
          <a:endParaRPr lang="en-US"/>
        </a:p>
      </dgm:t>
    </dgm:pt>
    <dgm:pt modelId="{85CE7896-CE3A-4FF0-96ED-D276E6B5FB97}">
      <dgm:prSet/>
      <dgm:spPr/>
      <dgm:t>
        <a:bodyPr/>
        <a:lstStyle/>
        <a:p>
          <a:pPr>
            <a:defRPr cap="all"/>
          </a:pPr>
          <a:r>
            <a:rPr lang="en-US" dirty="0" err="1">
              <a:latin typeface="Perpetua Titling MT" panose="02020502060505020804" pitchFamily="18" charset="0"/>
            </a:rPr>
            <a:t>Evaluasi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performa</a:t>
          </a:r>
          <a:endParaRPr lang="en-US" dirty="0">
            <a:latin typeface="Perpetua Titling MT" panose="02020502060505020804" pitchFamily="18" charset="0"/>
          </a:endParaRPr>
        </a:p>
      </dgm:t>
    </dgm:pt>
    <dgm:pt modelId="{2CE25A6F-A6B4-4D48-BCB3-A4DF34B9311B}" type="parTrans" cxnId="{01B55D66-D1FA-4FD9-9FF5-681AB5F6D0DF}">
      <dgm:prSet/>
      <dgm:spPr/>
      <dgm:t>
        <a:bodyPr/>
        <a:lstStyle/>
        <a:p>
          <a:endParaRPr lang="en-US"/>
        </a:p>
      </dgm:t>
    </dgm:pt>
    <dgm:pt modelId="{13B71356-63DD-4A8D-9C0D-D8B78480DF1C}" type="sibTrans" cxnId="{01B55D66-D1FA-4FD9-9FF5-681AB5F6D0DF}">
      <dgm:prSet/>
      <dgm:spPr/>
      <dgm:t>
        <a:bodyPr/>
        <a:lstStyle/>
        <a:p>
          <a:endParaRPr lang="en-US"/>
        </a:p>
      </dgm:t>
    </dgm:pt>
    <dgm:pt modelId="{3C6756DE-2F8A-4B99-BEA0-17FDFB0CB05E}" type="pres">
      <dgm:prSet presAssocID="{6D34143D-E492-4C09-A14D-51C84C4BB761}" presName="root" presStyleCnt="0">
        <dgm:presLayoutVars>
          <dgm:dir/>
          <dgm:resizeHandles val="exact"/>
        </dgm:presLayoutVars>
      </dgm:prSet>
      <dgm:spPr/>
    </dgm:pt>
    <dgm:pt modelId="{83B2A6CE-3A00-473E-B804-D70379DB45CF}" type="pres">
      <dgm:prSet presAssocID="{FE3E3EE8-400D-44D5-A855-E6334AC0E0CB}" presName="compNode" presStyleCnt="0"/>
      <dgm:spPr/>
    </dgm:pt>
    <dgm:pt modelId="{A8D6310F-7602-46EB-A0DA-772C23DE760A}" type="pres">
      <dgm:prSet presAssocID="{FE3E3EE8-400D-44D5-A855-E6334AC0E0CB}" presName="iconBgRect" presStyleLbl="bgShp" presStyleIdx="0" presStyleCnt="5"/>
      <dgm:spPr/>
    </dgm:pt>
    <dgm:pt modelId="{01352416-D094-470C-873B-FBE00623DB98}" type="pres">
      <dgm:prSet presAssocID="{FE3E3EE8-400D-44D5-A855-E6334AC0E0C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EA1490C-E2E4-4018-B895-34D5BDEF02E6}" type="pres">
      <dgm:prSet presAssocID="{FE3E3EE8-400D-44D5-A855-E6334AC0E0CB}" presName="spaceRect" presStyleCnt="0"/>
      <dgm:spPr/>
    </dgm:pt>
    <dgm:pt modelId="{E4C982FB-4AF9-47BD-9A0B-EE27B6E62CC8}" type="pres">
      <dgm:prSet presAssocID="{FE3E3EE8-400D-44D5-A855-E6334AC0E0CB}" presName="textRect" presStyleLbl="revTx" presStyleIdx="0" presStyleCnt="5">
        <dgm:presLayoutVars>
          <dgm:chMax val="1"/>
          <dgm:chPref val="1"/>
        </dgm:presLayoutVars>
      </dgm:prSet>
      <dgm:spPr/>
    </dgm:pt>
    <dgm:pt modelId="{C7934995-A8CD-4CF4-ABA3-8868B4AC3312}" type="pres">
      <dgm:prSet presAssocID="{A9E90A12-73C9-4133-9D63-93CA63A7D62B}" presName="sibTrans" presStyleCnt="0"/>
      <dgm:spPr/>
    </dgm:pt>
    <dgm:pt modelId="{821809AD-33D6-4212-B4C8-36CAC62B9CE3}" type="pres">
      <dgm:prSet presAssocID="{3234D237-E969-4276-AC96-25E32010032C}" presName="compNode" presStyleCnt="0"/>
      <dgm:spPr/>
    </dgm:pt>
    <dgm:pt modelId="{E7DA006E-F200-440F-B911-7745A8346929}" type="pres">
      <dgm:prSet presAssocID="{3234D237-E969-4276-AC96-25E32010032C}" presName="iconBgRect" presStyleLbl="bgShp" presStyleIdx="1" presStyleCnt="5"/>
      <dgm:spPr/>
    </dgm:pt>
    <dgm:pt modelId="{1E8C1F66-5B58-4763-A9D8-B2762C79B333}" type="pres">
      <dgm:prSet presAssocID="{3234D237-E969-4276-AC96-25E32010032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44DEEEBB-1BE1-4814-B738-0BBDF12557E4}" type="pres">
      <dgm:prSet presAssocID="{3234D237-E969-4276-AC96-25E32010032C}" presName="spaceRect" presStyleCnt="0"/>
      <dgm:spPr/>
    </dgm:pt>
    <dgm:pt modelId="{F3EB6F48-8459-4DDD-8AF4-56F692D1EF73}" type="pres">
      <dgm:prSet presAssocID="{3234D237-E969-4276-AC96-25E32010032C}" presName="textRect" presStyleLbl="revTx" presStyleIdx="1" presStyleCnt="5">
        <dgm:presLayoutVars>
          <dgm:chMax val="1"/>
          <dgm:chPref val="1"/>
        </dgm:presLayoutVars>
      </dgm:prSet>
      <dgm:spPr/>
    </dgm:pt>
    <dgm:pt modelId="{6D0AB039-5C82-4F28-9590-6D2EB71722A4}" type="pres">
      <dgm:prSet presAssocID="{A026ACDB-3D3C-4BE4-A78E-E29A30164B84}" presName="sibTrans" presStyleCnt="0"/>
      <dgm:spPr/>
    </dgm:pt>
    <dgm:pt modelId="{EB72CA84-CF1B-4FBF-896A-92CD4B36E3F4}" type="pres">
      <dgm:prSet presAssocID="{DA940761-7CE4-4336-8739-18DDDC8589EA}" presName="compNode" presStyleCnt="0"/>
      <dgm:spPr/>
    </dgm:pt>
    <dgm:pt modelId="{997271A2-409E-4070-B6F7-09A351C6EDDB}" type="pres">
      <dgm:prSet presAssocID="{DA940761-7CE4-4336-8739-18DDDC8589EA}" presName="iconBgRect" presStyleLbl="bgShp" presStyleIdx="2" presStyleCnt="5"/>
      <dgm:spPr/>
    </dgm:pt>
    <dgm:pt modelId="{72D204C2-B9DC-400D-987E-72B53C895FA3}" type="pres">
      <dgm:prSet presAssocID="{DA940761-7CE4-4336-8739-18DDDC8589E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6697E06-29AC-4C41-8A1F-C13739A06B59}" type="pres">
      <dgm:prSet presAssocID="{DA940761-7CE4-4336-8739-18DDDC8589EA}" presName="spaceRect" presStyleCnt="0"/>
      <dgm:spPr/>
    </dgm:pt>
    <dgm:pt modelId="{31BC18EB-4F6F-4601-AB89-F4C2EB939E02}" type="pres">
      <dgm:prSet presAssocID="{DA940761-7CE4-4336-8739-18DDDC8589EA}" presName="textRect" presStyleLbl="revTx" presStyleIdx="2" presStyleCnt="5">
        <dgm:presLayoutVars>
          <dgm:chMax val="1"/>
          <dgm:chPref val="1"/>
        </dgm:presLayoutVars>
      </dgm:prSet>
      <dgm:spPr/>
    </dgm:pt>
    <dgm:pt modelId="{F3EDA32B-10EF-4B23-9EF3-25391F384398}" type="pres">
      <dgm:prSet presAssocID="{39F98A20-8306-4A3B-B2C4-EA6FCEE488B7}" presName="sibTrans" presStyleCnt="0"/>
      <dgm:spPr/>
    </dgm:pt>
    <dgm:pt modelId="{88391D83-4C56-4CDC-9DEC-B797F6FC5028}" type="pres">
      <dgm:prSet presAssocID="{66DCBF03-91F6-4F70-B77B-34BD78D6B08D}" presName="compNode" presStyleCnt="0"/>
      <dgm:spPr/>
    </dgm:pt>
    <dgm:pt modelId="{89E66F77-71AE-45AF-AEBF-3A79DB23E825}" type="pres">
      <dgm:prSet presAssocID="{66DCBF03-91F6-4F70-B77B-34BD78D6B08D}" presName="iconBgRect" presStyleLbl="bgShp" presStyleIdx="3" presStyleCnt="5"/>
      <dgm:spPr/>
    </dgm:pt>
    <dgm:pt modelId="{3989EF8C-A090-498F-91ED-EB0067090906}" type="pres">
      <dgm:prSet presAssocID="{66DCBF03-91F6-4F70-B77B-34BD78D6B08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4EDB6EC0-8A82-4D8E-A45E-7C619CA1A45B}" type="pres">
      <dgm:prSet presAssocID="{66DCBF03-91F6-4F70-B77B-34BD78D6B08D}" presName="spaceRect" presStyleCnt="0"/>
      <dgm:spPr/>
    </dgm:pt>
    <dgm:pt modelId="{1073ADA9-972D-4DEC-A3F1-B3AA9A9A8669}" type="pres">
      <dgm:prSet presAssocID="{66DCBF03-91F6-4F70-B77B-34BD78D6B08D}" presName="textRect" presStyleLbl="revTx" presStyleIdx="3" presStyleCnt="5">
        <dgm:presLayoutVars>
          <dgm:chMax val="1"/>
          <dgm:chPref val="1"/>
        </dgm:presLayoutVars>
      </dgm:prSet>
      <dgm:spPr/>
    </dgm:pt>
    <dgm:pt modelId="{058ED0D5-857D-4325-BCE4-293F4D2FEF68}" type="pres">
      <dgm:prSet presAssocID="{0DE27AD3-DAD2-4722-8EB0-33E5BC961807}" presName="sibTrans" presStyleCnt="0"/>
      <dgm:spPr/>
    </dgm:pt>
    <dgm:pt modelId="{A47CBB81-0F73-4674-A463-6BFD79C27B59}" type="pres">
      <dgm:prSet presAssocID="{85CE7896-CE3A-4FF0-96ED-D276E6B5FB97}" presName="compNode" presStyleCnt="0"/>
      <dgm:spPr/>
    </dgm:pt>
    <dgm:pt modelId="{41A46388-C8FD-4DA7-AC96-9D412F39157E}" type="pres">
      <dgm:prSet presAssocID="{85CE7896-CE3A-4FF0-96ED-D276E6B5FB97}" presName="iconBgRect" presStyleLbl="bgShp" presStyleIdx="4" presStyleCnt="5"/>
      <dgm:spPr/>
    </dgm:pt>
    <dgm:pt modelId="{442592C2-E29A-44E5-B27C-CD6A6BF06A36}" type="pres">
      <dgm:prSet presAssocID="{85CE7896-CE3A-4FF0-96ED-D276E6B5FB9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51D7E3A-0599-43D7-8662-BBB47F57139A}" type="pres">
      <dgm:prSet presAssocID="{85CE7896-CE3A-4FF0-96ED-D276E6B5FB97}" presName="spaceRect" presStyleCnt="0"/>
      <dgm:spPr/>
    </dgm:pt>
    <dgm:pt modelId="{171DC01C-9049-4040-9007-E0396DB17D98}" type="pres">
      <dgm:prSet presAssocID="{85CE7896-CE3A-4FF0-96ED-D276E6B5FB97}" presName="textRect" presStyleLbl="revTx" presStyleIdx="4" presStyleCnt="5" custLinFactNeighborX="-174" custLinFactNeighborY="282">
        <dgm:presLayoutVars>
          <dgm:chMax val="1"/>
          <dgm:chPref val="1"/>
        </dgm:presLayoutVars>
      </dgm:prSet>
      <dgm:spPr/>
    </dgm:pt>
  </dgm:ptLst>
  <dgm:cxnLst>
    <dgm:cxn modelId="{E587972A-CCE8-45C5-ABF6-BF72B6014A69}" type="presOf" srcId="{3234D237-E969-4276-AC96-25E32010032C}" destId="{F3EB6F48-8459-4DDD-8AF4-56F692D1EF73}" srcOrd="0" destOrd="0" presId="urn:microsoft.com/office/officeart/2018/5/layout/IconCircleLabelList"/>
    <dgm:cxn modelId="{A25A7B5C-BFED-4A48-946F-B3074DA7DCEB}" srcId="{6D34143D-E492-4C09-A14D-51C84C4BB761}" destId="{DA940761-7CE4-4336-8739-18DDDC8589EA}" srcOrd="2" destOrd="0" parTransId="{A303EFAF-DB04-4C59-8574-A4933037DFC7}" sibTransId="{39F98A20-8306-4A3B-B2C4-EA6FCEE488B7}"/>
    <dgm:cxn modelId="{3C0D6460-58A1-4607-84DE-568E457F51EF}" type="presOf" srcId="{FE3E3EE8-400D-44D5-A855-E6334AC0E0CB}" destId="{E4C982FB-4AF9-47BD-9A0B-EE27B6E62CC8}" srcOrd="0" destOrd="0" presId="urn:microsoft.com/office/officeart/2018/5/layout/IconCircleLabelList"/>
    <dgm:cxn modelId="{01B55D66-D1FA-4FD9-9FF5-681AB5F6D0DF}" srcId="{6D34143D-E492-4C09-A14D-51C84C4BB761}" destId="{85CE7896-CE3A-4FF0-96ED-D276E6B5FB97}" srcOrd="4" destOrd="0" parTransId="{2CE25A6F-A6B4-4D48-BCB3-A4DF34B9311B}" sibTransId="{13B71356-63DD-4A8D-9C0D-D8B78480DF1C}"/>
    <dgm:cxn modelId="{F612CE48-5D7D-429A-B929-C38F0704D778}" srcId="{6D34143D-E492-4C09-A14D-51C84C4BB761}" destId="{3234D237-E969-4276-AC96-25E32010032C}" srcOrd="1" destOrd="0" parTransId="{9660E3DA-6E2E-4EA8-8C29-8829B297227C}" sibTransId="{A026ACDB-3D3C-4BE4-A78E-E29A30164B84}"/>
    <dgm:cxn modelId="{5E33F873-40EA-4AFF-A178-192E90061050}" type="presOf" srcId="{DA940761-7CE4-4336-8739-18DDDC8589EA}" destId="{31BC18EB-4F6F-4601-AB89-F4C2EB939E02}" srcOrd="0" destOrd="0" presId="urn:microsoft.com/office/officeart/2018/5/layout/IconCircleLabelList"/>
    <dgm:cxn modelId="{EAFC5178-8AC1-4E67-8A3A-02C2E76F4BAA}" type="presOf" srcId="{66DCBF03-91F6-4F70-B77B-34BD78D6B08D}" destId="{1073ADA9-972D-4DEC-A3F1-B3AA9A9A8669}" srcOrd="0" destOrd="0" presId="urn:microsoft.com/office/officeart/2018/5/layout/IconCircleLabelList"/>
    <dgm:cxn modelId="{4F89785A-A90B-4DB1-AA43-66B09B54A36F}" srcId="{6D34143D-E492-4C09-A14D-51C84C4BB761}" destId="{66DCBF03-91F6-4F70-B77B-34BD78D6B08D}" srcOrd="3" destOrd="0" parTransId="{4F1A491B-5136-4188-854A-4ADE2E5CDD61}" sibTransId="{0DE27AD3-DAD2-4722-8EB0-33E5BC961807}"/>
    <dgm:cxn modelId="{FAE6718C-A2BC-49A4-9A0B-DC2F87ADD85B}" type="presOf" srcId="{6D34143D-E492-4C09-A14D-51C84C4BB761}" destId="{3C6756DE-2F8A-4B99-BEA0-17FDFB0CB05E}" srcOrd="0" destOrd="0" presId="urn:microsoft.com/office/officeart/2018/5/layout/IconCircleLabelList"/>
    <dgm:cxn modelId="{7B8CE296-CF0B-40DD-8C20-E5026A2FF711}" srcId="{6D34143D-E492-4C09-A14D-51C84C4BB761}" destId="{FE3E3EE8-400D-44D5-A855-E6334AC0E0CB}" srcOrd="0" destOrd="0" parTransId="{AFBD60BE-23C3-4F0C-AB74-DC765FE47B02}" sibTransId="{A9E90A12-73C9-4133-9D63-93CA63A7D62B}"/>
    <dgm:cxn modelId="{F6AAE1CF-BF67-4A87-9E0F-60844D743FC8}" type="presOf" srcId="{85CE7896-CE3A-4FF0-96ED-D276E6B5FB97}" destId="{171DC01C-9049-4040-9007-E0396DB17D98}" srcOrd="0" destOrd="0" presId="urn:microsoft.com/office/officeart/2018/5/layout/IconCircleLabelList"/>
    <dgm:cxn modelId="{CE6CFEAE-036B-4F9A-9BF7-0A1E423BF9C2}" type="presParOf" srcId="{3C6756DE-2F8A-4B99-BEA0-17FDFB0CB05E}" destId="{83B2A6CE-3A00-473E-B804-D70379DB45CF}" srcOrd="0" destOrd="0" presId="urn:microsoft.com/office/officeart/2018/5/layout/IconCircleLabelList"/>
    <dgm:cxn modelId="{585851DC-33CB-4E01-8D02-4446472C5DC9}" type="presParOf" srcId="{83B2A6CE-3A00-473E-B804-D70379DB45CF}" destId="{A8D6310F-7602-46EB-A0DA-772C23DE760A}" srcOrd="0" destOrd="0" presId="urn:microsoft.com/office/officeart/2018/5/layout/IconCircleLabelList"/>
    <dgm:cxn modelId="{967F2B9B-36F6-4C65-9B58-8CD0C6C53036}" type="presParOf" srcId="{83B2A6CE-3A00-473E-B804-D70379DB45CF}" destId="{01352416-D094-470C-873B-FBE00623DB98}" srcOrd="1" destOrd="0" presId="urn:microsoft.com/office/officeart/2018/5/layout/IconCircleLabelList"/>
    <dgm:cxn modelId="{8384DC81-2528-4B45-A88C-2BF23C4580D7}" type="presParOf" srcId="{83B2A6CE-3A00-473E-B804-D70379DB45CF}" destId="{CEA1490C-E2E4-4018-B895-34D5BDEF02E6}" srcOrd="2" destOrd="0" presId="urn:microsoft.com/office/officeart/2018/5/layout/IconCircleLabelList"/>
    <dgm:cxn modelId="{6BD79016-6C90-4121-A004-5D0BAA33B79B}" type="presParOf" srcId="{83B2A6CE-3A00-473E-B804-D70379DB45CF}" destId="{E4C982FB-4AF9-47BD-9A0B-EE27B6E62CC8}" srcOrd="3" destOrd="0" presId="urn:microsoft.com/office/officeart/2018/5/layout/IconCircleLabelList"/>
    <dgm:cxn modelId="{F3334A6E-19C4-44E0-A447-B1C77704F6B3}" type="presParOf" srcId="{3C6756DE-2F8A-4B99-BEA0-17FDFB0CB05E}" destId="{C7934995-A8CD-4CF4-ABA3-8868B4AC3312}" srcOrd="1" destOrd="0" presId="urn:microsoft.com/office/officeart/2018/5/layout/IconCircleLabelList"/>
    <dgm:cxn modelId="{BC577011-1274-45D2-91F9-3ABF421E9D1C}" type="presParOf" srcId="{3C6756DE-2F8A-4B99-BEA0-17FDFB0CB05E}" destId="{821809AD-33D6-4212-B4C8-36CAC62B9CE3}" srcOrd="2" destOrd="0" presId="urn:microsoft.com/office/officeart/2018/5/layout/IconCircleLabelList"/>
    <dgm:cxn modelId="{33473223-4721-4749-87E6-002375F8971B}" type="presParOf" srcId="{821809AD-33D6-4212-B4C8-36CAC62B9CE3}" destId="{E7DA006E-F200-440F-B911-7745A8346929}" srcOrd="0" destOrd="0" presId="urn:microsoft.com/office/officeart/2018/5/layout/IconCircleLabelList"/>
    <dgm:cxn modelId="{5B45F019-377A-4972-A8E3-02494D0E3C13}" type="presParOf" srcId="{821809AD-33D6-4212-B4C8-36CAC62B9CE3}" destId="{1E8C1F66-5B58-4763-A9D8-B2762C79B333}" srcOrd="1" destOrd="0" presId="urn:microsoft.com/office/officeart/2018/5/layout/IconCircleLabelList"/>
    <dgm:cxn modelId="{A2FD38B6-7A4D-4FCE-833C-93CAEC557274}" type="presParOf" srcId="{821809AD-33D6-4212-B4C8-36CAC62B9CE3}" destId="{44DEEEBB-1BE1-4814-B738-0BBDF12557E4}" srcOrd="2" destOrd="0" presId="urn:microsoft.com/office/officeart/2018/5/layout/IconCircleLabelList"/>
    <dgm:cxn modelId="{C5AD770B-E02E-44A7-8D69-EE848B7D8F7A}" type="presParOf" srcId="{821809AD-33D6-4212-B4C8-36CAC62B9CE3}" destId="{F3EB6F48-8459-4DDD-8AF4-56F692D1EF73}" srcOrd="3" destOrd="0" presId="urn:microsoft.com/office/officeart/2018/5/layout/IconCircleLabelList"/>
    <dgm:cxn modelId="{26C43FEB-0404-49F4-8F40-AA2163CA80AF}" type="presParOf" srcId="{3C6756DE-2F8A-4B99-BEA0-17FDFB0CB05E}" destId="{6D0AB039-5C82-4F28-9590-6D2EB71722A4}" srcOrd="3" destOrd="0" presId="urn:microsoft.com/office/officeart/2018/5/layout/IconCircleLabelList"/>
    <dgm:cxn modelId="{603D6444-4B7B-46C1-ACBC-3D846D185EFC}" type="presParOf" srcId="{3C6756DE-2F8A-4B99-BEA0-17FDFB0CB05E}" destId="{EB72CA84-CF1B-4FBF-896A-92CD4B36E3F4}" srcOrd="4" destOrd="0" presId="urn:microsoft.com/office/officeart/2018/5/layout/IconCircleLabelList"/>
    <dgm:cxn modelId="{9CF1BB1B-3913-4566-B59B-B8D37657B0B0}" type="presParOf" srcId="{EB72CA84-CF1B-4FBF-896A-92CD4B36E3F4}" destId="{997271A2-409E-4070-B6F7-09A351C6EDDB}" srcOrd="0" destOrd="0" presId="urn:microsoft.com/office/officeart/2018/5/layout/IconCircleLabelList"/>
    <dgm:cxn modelId="{119CF948-BD8E-45C1-903E-B90716AE2236}" type="presParOf" srcId="{EB72CA84-CF1B-4FBF-896A-92CD4B36E3F4}" destId="{72D204C2-B9DC-400D-987E-72B53C895FA3}" srcOrd="1" destOrd="0" presId="urn:microsoft.com/office/officeart/2018/5/layout/IconCircleLabelList"/>
    <dgm:cxn modelId="{09AD8CD5-8B02-4848-BA5E-272F77F294FA}" type="presParOf" srcId="{EB72CA84-CF1B-4FBF-896A-92CD4B36E3F4}" destId="{86697E06-29AC-4C41-8A1F-C13739A06B59}" srcOrd="2" destOrd="0" presId="urn:microsoft.com/office/officeart/2018/5/layout/IconCircleLabelList"/>
    <dgm:cxn modelId="{E5FE1561-DD85-42AE-9E4D-0C2D7A7A53BF}" type="presParOf" srcId="{EB72CA84-CF1B-4FBF-896A-92CD4B36E3F4}" destId="{31BC18EB-4F6F-4601-AB89-F4C2EB939E02}" srcOrd="3" destOrd="0" presId="urn:microsoft.com/office/officeart/2018/5/layout/IconCircleLabelList"/>
    <dgm:cxn modelId="{02AB37D1-AAC7-4CC2-80E2-A43962D12037}" type="presParOf" srcId="{3C6756DE-2F8A-4B99-BEA0-17FDFB0CB05E}" destId="{F3EDA32B-10EF-4B23-9EF3-25391F384398}" srcOrd="5" destOrd="0" presId="urn:microsoft.com/office/officeart/2018/5/layout/IconCircleLabelList"/>
    <dgm:cxn modelId="{4E47448F-122C-4326-A746-7459E1842D3B}" type="presParOf" srcId="{3C6756DE-2F8A-4B99-BEA0-17FDFB0CB05E}" destId="{88391D83-4C56-4CDC-9DEC-B797F6FC5028}" srcOrd="6" destOrd="0" presId="urn:microsoft.com/office/officeart/2018/5/layout/IconCircleLabelList"/>
    <dgm:cxn modelId="{FD1530BC-1C16-4018-AB30-4AC514DF1635}" type="presParOf" srcId="{88391D83-4C56-4CDC-9DEC-B797F6FC5028}" destId="{89E66F77-71AE-45AF-AEBF-3A79DB23E825}" srcOrd="0" destOrd="0" presId="urn:microsoft.com/office/officeart/2018/5/layout/IconCircleLabelList"/>
    <dgm:cxn modelId="{465FCC36-FBDA-4CEF-9A52-300785C65C79}" type="presParOf" srcId="{88391D83-4C56-4CDC-9DEC-B797F6FC5028}" destId="{3989EF8C-A090-498F-91ED-EB0067090906}" srcOrd="1" destOrd="0" presId="urn:microsoft.com/office/officeart/2018/5/layout/IconCircleLabelList"/>
    <dgm:cxn modelId="{8E0854A1-30AA-41BF-B91F-8F3ABA924D1F}" type="presParOf" srcId="{88391D83-4C56-4CDC-9DEC-B797F6FC5028}" destId="{4EDB6EC0-8A82-4D8E-A45E-7C619CA1A45B}" srcOrd="2" destOrd="0" presId="urn:microsoft.com/office/officeart/2018/5/layout/IconCircleLabelList"/>
    <dgm:cxn modelId="{F61777CD-D3C8-4832-AA70-D436480D9D54}" type="presParOf" srcId="{88391D83-4C56-4CDC-9DEC-B797F6FC5028}" destId="{1073ADA9-972D-4DEC-A3F1-B3AA9A9A8669}" srcOrd="3" destOrd="0" presId="urn:microsoft.com/office/officeart/2018/5/layout/IconCircleLabelList"/>
    <dgm:cxn modelId="{F85829F2-502F-4338-B433-19097F62A19A}" type="presParOf" srcId="{3C6756DE-2F8A-4B99-BEA0-17FDFB0CB05E}" destId="{058ED0D5-857D-4325-BCE4-293F4D2FEF68}" srcOrd="7" destOrd="0" presId="urn:microsoft.com/office/officeart/2018/5/layout/IconCircleLabelList"/>
    <dgm:cxn modelId="{3397502F-CB9B-4A29-AF91-8727F8AD90F2}" type="presParOf" srcId="{3C6756DE-2F8A-4B99-BEA0-17FDFB0CB05E}" destId="{A47CBB81-0F73-4674-A463-6BFD79C27B59}" srcOrd="8" destOrd="0" presId="urn:microsoft.com/office/officeart/2018/5/layout/IconCircleLabelList"/>
    <dgm:cxn modelId="{C5E167EB-7CFB-459B-9532-9EC9F346DFA8}" type="presParOf" srcId="{A47CBB81-0F73-4674-A463-6BFD79C27B59}" destId="{41A46388-C8FD-4DA7-AC96-9D412F39157E}" srcOrd="0" destOrd="0" presId="urn:microsoft.com/office/officeart/2018/5/layout/IconCircleLabelList"/>
    <dgm:cxn modelId="{E4D572F2-883E-46A9-A342-83DA3D312BE3}" type="presParOf" srcId="{A47CBB81-0F73-4674-A463-6BFD79C27B59}" destId="{442592C2-E29A-44E5-B27C-CD6A6BF06A36}" srcOrd="1" destOrd="0" presId="urn:microsoft.com/office/officeart/2018/5/layout/IconCircleLabelList"/>
    <dgm:cxn modelId="{D6D3538D-BE7F-45E3-AE56-11EE7E984E5C}" type="presParOf" srcId="{A47CBB81-0F73-4674-A463-6BFD79C27B59}" destId="{C51D7E3A-0599-43D7-8662-BBB47F57139A}" srcOrd="2" destOrd="0" presId="urn:microsoft.com/office/officeart/2018/5/layout/IconCircleLabelList"/>
    <dgm:cxn modelId="{BF1A5E5C-6767-4806-B00B-4408F6CBC32F}" type="presParOf" srcId="{A47CBB81-0F73-4674-A463-6BFD79C27B59}" destId="{171DC01C-9049-4040-9007-E0396DB17D9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23025B-2CA8-4C45-B24E-78D9D17838B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739EA19-6710-4E58-A04C-C50ADFFEC805}">
      <dgm:prSet/>
      <dgm:spPr/>
      <dgm:t>
        <a:bodyPr/>
        <a:lstStyle/>
        <a:p>
          <a:r>
            <a:rPr lang="en-US" dirty="0">
              <a:latin typeface="Perpetua Titling MT" panose="02020502060505020804" pitchFamily="18" charset="0"/>
            </a:rPr>
            <a:t>Accuracy: 92.5%</a:t>
          </a:r>
        </a:p>
      </dgm:t>
    </dgm:pt>
    <dgm:pt modelId="{130742A9-1AE3-4569-ACCD-2550B8FAC812}" type="parTrans" cxnId="{651F82B0-D435-43D2-BDAF-86DF815861F9}">
      <dgm:prSet/>
      <dgm:spPr/>
      <dgm:t>
        <a:bodyPr/>
        <a:lstStyle/>
        <a:p>
          <a:endParaRPr lang="en-US"/>
        </a:p>
      </dgm:t>
    </dgm:pt>
    <dgm:pt modelId="{ABE112BE-554B-4A90-9C7D-D6A6D36B0112}" type="sibTrans" cxnId="{651F82B0-D435-43D2-BDAF-86DF815861F9}">
      <dgm:prSet/>
      <dgm:spPr/>
      <dgm:t>
        <a:bodyPr/>
        <a:lstStyle/>
        <a:p>
          <a:endParaRPr lang="en-US"/>
        </a:p>
      </dgm:t>
    </dgm:pt>
    <dgm:pt modelId="{1A2EC2B0-118C-4E4A-A73B-3BADA30E5BE5}">
      <dgm:prSet/>
      <dgm:spPr/>
      <dgm:t>
        <a:bodyPr/>
        <a:lstStyle/>
        <a:p>
          <a:r>
            <a:rPr lang="en-US" dirty="0">
              <a:latin typeface="Perpetua Titling MT" panose="02020502060505020804" pitchFamily="18" charset="0"/>
            </a:rPr>
            <a:t>Precision (weighted): 92.7%</a:t>
          </a:r>
        </a:p>
      </dgm:t>
    </dgm:pt>
    <dgm:pt modelId="{4BA9EC64-C813-4099-8749-3C444FA93C05}" type="parTrans" cxnId="{C674FBA0-C329-4690-94BB-03CE8820FA7C}">
      <dgm:prSet/>
      <dgm:spPr/>
      <dgm:t>
        <a:bodyPr/>
        <a:lstStyle/>
        <a:p>
          <a:endParaRPr lang="en-US"/>
        </a:p>
      </dgm:t>
    </dgm:pt>
    <dgm:pt modelId="{D564B964-2448-4FD6-9A4C-4F783905BE14}" type="sibTrans" cxnId="{C674FBA0-C329-4690-94BB-03CE8820FA7C}">
      <dgm:prSet/>
      <dgm:spPr/>
      <dgm:t>
        <a:bodyPr/>
        <a:lstStyle/>
        <a:p>
          <a:endParaRPr lang="en-US"/>
        </a:p>
      </dgm:t>
    </dgm:pt>
    <dgm:pt modelId="{CF13DE48-4F3C-40C5-AAB9-DC4AB1DBF87A}">
      <dgm:prSet/>
      <dgm:spPr/>
      <dgm:t>
        <a:bodyPr/>
        <a:lstStyle/>
        <a:p>
          <a:r>
            <a:rPr lang="en-US" dirty="0">
              <a:latin typeface="Perpetua Titling MT" panose="02020502060505020804" pitchFamily="18" charset="0"/>
            </a:rPr>
            <a:t>Recall (weighted): 92.5%</a:t>
          </a:r>
        </a:p>
      </dgm:t>
    </dgm:pt>
    <dgm:pt modelId="{4444A231-7C06-4C5E-A7E9-CFBC2C7AF57A}" type="parTrans" cxnId="{E11B3E75-5204-4A43-8EB6-02245C05696E}">
      <dgm:prSet/>
      <dgm:spPr/>
      <dgm:t>
        <a:bodyPr/>
        <a:lstStyle/>
        <a:p>
          <a:endParaRPr lang="en-US"/>
        </a:p>
      </dgm:t>
    </dgm:pt>
    <dgm:pt modelId="{6595B156-B06B-4B80-852F-710B1707CC44}" type="sibTrans" cxnId="{E11B3E75-5204-4A43-8EB6-02245C05696E}">
      <dgm:prSet/>
      <dgm:spPr/>
      <dgm:t>
        <a:bodyPr/>
        <a:lstStyle/>
        <a:p>
          <a:endParaRPr lang="en-US"/>
        </a:p>
      </dgm:t>
    </dgm:pt>
    <dgm:pt modelId="{9BC4AF5E-86B7-4B55-BD41-EE129CE1EA1A}">
      <dgm:prSet/>
      <dgm:spPr/>
      <dgm:t>
        <a:bodyPr/>
        <a:lstStyle/>
        <a:p>
          <a:r>
            <a:rPr lang="en-US" dirty="0">
              <a:latin typeface="Perpetua Titling MT" panose="02020502060505020804" pitchFamily="18" charset="0"/>
            </a:rPr>
            <a:t>F1-score (weighted): 92.3%</a:t>
          </a:r>
        </a:p>
      </dgm:t>
    </dgm:pt>
    <dgm:pt modelId="{6F2A6537-C4E2-4E3B-92A4-24326D9F8A10}" type="parTrans" cxnId="{AEB7E0C9-4FA1-4C08-A946-355AA8FE9EC6}">
      <dgm:prSet/>
      <dgm:spPr/>
      <dgm:t>
        <a:bodyPr/>
        <a:lstStyle/>
        <a:p>
          <a:endParaRPr lang="en-US"/>
        </a:p>
      </dgm:t>
    </dgm:pt>
    <dgm:pt modelId="{2432308A-2B6B-4674-A9EA-B26EC92B7791}" type="sibTrans" cxnId="{AEB7E0C9-4FA1-4C08-A946-355AA8FE9EC6}">
      <dgm:prSet/>
      <dgm:spPr/>
      <dgm:t>
        <a:bodyPr/>
        <a:lstStyle/>
        <a:p>
          <a:endParaRPr lang="en-US"/>
        </a:p>
      </dgm:t>
    </dgm:pt>
    <dgm:pt modelId="{1EBF1DC2-C1E3-4B83-AA20-32E2C26A91B4}" type="pres">
      <dgm:prSet presAssocID="{C423025B-2CA8-4C45-B24E-78D9D17838B2}" presName="outerComposite" presStyleCnt="0">
        <dgm:presLayoutVars>
          <dgm:chMax val="5"/>
          <dgm:dir/>
          <dgm:resizeHandles val="exact"/>
        </dgm:presLayoutVars>
      </dgm:prSet>
      <dgm:spPr/>
    </dgm:pt>
    <dgm:pt modelId="{122B52EF-2390-40EE-A9F7-AC702A3FCE72}" type="pres">
      <dgm:prSet presAssocID="{C423025B-2CA8-4C45-B24E-78D9D17838B2}" presName="dummyMaxCanvas" presStyleCnt="0">
        <dgm:presLayoutVars/>
      </dgm:prSet>
      <dgm:spPr/>
    </dgm:pt>
    <dgm:pt modelId="{6E290B22-DE95-41E3-91AD-FED6E0059B5E}" type="pres">
      <dgm:prSet presAssocID="{C423025B-2CA8-4C45-B24E-78D9D17838B2}" presName="FourNodes_1" presStyleLbl="node1" presStyleIdx="0" presStyleCnt="4">
        <dgm:presLayoutVars>
          <dgm:bulletEnabled val="1"/>
        </dgm:presLayoutVars>
      </dgm:prSet>
      <dgm:spPr/>
    </dgm:pt>
    <dgm:pt modelId="{8BB1C4E6-A6F5-4C24-9AD0-8C623A70A8C9}" type="pres">
      <dgm:prSet presAssocID="{C423025B-2CA8-4C45-B24E-78D9D17838B2}" presName="FourNodes_2" presStyleLbl="node1" presStyleIdx="1" presStyleCnt="4">
        <dgm:presLayoutVars>
          <dgm:bulletEnabled val="1"/>
        </dgm:presLayoutVars>
      </dgm:prSet>
      <dgm:spPr/>
    </dgm:pt>
    <dgm:pt modelId="{7342CB7D-F2CA-4E53-A0F8-A8D409CBEF3D}" type="pres">
      <dgm:prSet presAssocID="{C423025B-2CA8-4C45-B24E-78D9D17838B2}" presName="FourNodes_3" presStyleLbl="node1" presStyleIdx="2" presStyleCnt="4">
        <dgm:presLayoutVars>
          <dgm:bulletEnabled val="1"/>
        </dgm:presLayoutVars>
      </dgm:prSet>
      <dgm:spPr/>
    </dgm:pt>
    <dgm:pt modelId="{AF87744D-21BA-4085-8C9E-863BE9B44BD0}" type="pres">
      <dgm:prSet presAssocID="{C423025B-2CA8-4C45-B24E-78D9D17838B2}" presName="FourNodes_4" presStyleLbl="node1" presStyleIdx="3" presStyleCnt="4">
        <dgm:presLayoutVars>
          <dgm:bulletEnabled val="1"/>
        </dgm:presLayoutVars>
      </dgm:prSet>
      <dgm:spPr/>
    </dgm:pt>
    <dgm:pt modelId="{B4E5ABA3-E60D-4999-A36D-EA0FAD8E3030}" type="pres">
      <dgm:prSet presAssocID="{C423025B-2CA8-4C45-B24E-78D9D17838B2}" presName="FourConn_1-2" presStyleLbl="fgAccFollowNode1" presStyleIdx="0" presStyleCnt="3">
        <dgm:presLayoutVars>
          <dgm:bulletEnabled val="1"/>
        </dgm:presLayoutVars>
      </dgm:prSet>
      <dgm:spPr/>
    </dgm:pt>
    <dgm:pt modelId="{CC2B83AB-1CB2-4F1E-88E5-46D6B27542E8}" type="pres">
      <dgm:prSet presAssocID="{C423025B-2CA8-4C45-B24E-78D9D17838B2}" presName="FourConn_2-3" presStyleLbl="fgAccFollowNode1" presStyleIdx="1" presStyleCnt="3">
        <dgm:presLayoutVars>
          <dgm:bulletEnabled val="1"/>
        </dgm:presLayoutVars>
      </dgm:prSet>
      <dgm:spPr/>
    </dgm:pt>
    <dgm:pt modelId="{F4E05C2B-FC4E-4035-AC50-29A8842440DB}" type="pres">
      <dgm:prSet presAssocID="{C423025B-2CA8-4C45-B24E-78D9D17838B2}" presName="FourConn_3-4" presStyleLbl="fgAccFollowNode1" presStyleIdx="2" presStyleCnt="3">
        <dgm:presLayoutVars>
          <dgm:bulletEnabled val="1"/>
        </dgm:presLayoutVars>
      </dgm:prSet>
      <dgm:spPr/>
    </dgm:pt>
    <dgm:pt modelId="{21CD69DB-090F-4BB8-939A-60BF6E9FCDF6}" type="pres">
      <dgm:prSet presAssocID="{C423025B-2CA8-4C45-B24E-78D9D17838B2}" presName="FourNodes_1_text" presStyleLbl="node1" presStyleIdx="3" presStyleCnt="4">
        <dgm:presLayoutVars>
          <dgm:bulletEnabled val="1"/>
        </dgm:presLayoutVars>
      </dgm:prSet>
      <dgm:spPr/>
    </dgm:pt>
    <dgm:pt modelId="{A6A18A59-2B0C-45EF-A13B-B62342C97DBD}" type="pres">
      <dgm:prSet presAssocID="{C423025B-2CA8-4C45-B24E-78D9D17838B2}" presName="FourNodes_2_text" presStyleLbl="node1" presStyleIdx="3" presStyleCnt="4">
        <dgm:presLayoutVars>
          <dgm:bulletEnabled val="1"/>
        </dgm:presLayoutVars>
      </dgm:prSet>
      <dgm:spPr/>
    </dgm:pt>
    <dgm:pt modelId="{4182B6C3-093B-4F2E-911A-E812559CD439}" type="pres">
      <dgm:prSet presAssocID="{C423025B-2CA8-4C45-B24E-78D9D17838B2}" presName="FourNodes_3_text" presStyleLbl="node1" presStyleIdx="3" presStyleCnt="4">
        <dgm:presLayoutVars>
          <dgm:bulletEnabled val="1"/>
        </dgm:presLayoutVars>
      </dgm:prSet>
      <dgm:spPr/>
    </dgm:pt>
    <dgm:pt modelId="{A01F8522-3C47-4295-9112-AE70687A485C}" type="pres">
      <dgm:prSet presAssocID="{C423025B-2CA8-4C45-B24E-78D9D17838B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4098303-4569-44A3-8E69-7F7397C589D6}" type="presOf" srcId="{3739EA19-6710-4E58-A04C-C50ADFFEC805}" destId="{21CD69DB-090F-4BB8-939A-60BF6E9FCDF6}" srcOrd="1" destOrd="0" presId="urn:microsoft.com/office/officeart/2005/8/layout/vProcess5"/>
    <dgm:cxn modelId="{421BC80C-42B3-4597-ACEC-78877FFCB6A6}" type="presOf" srcId="{C423025B-2CA8-4C45-B24E-78D9D17838B2}" destId="{1EBF1DC2-C1E3-4B83-AA20-32E2C26A91B4}" srcOrd="0" destOrd="0" presId="urn:microsoft.com/office/officeart/2005/8/layout/vProcess5"/>
    <dgm:cxn modelId="{21838C18-2EC9-4BD2-BECC-382E536747BA}" type="presOf" srcId="{1A2EC2B0-118C-4E4A-A73B-3BADA30E5BE5}" destId="{A6A18A59-2B0C-45EF-A13B-B62342C97DBD}" srcOrd="1" destOrd="0" presId="urn:microsoft.com/office/officeart/2005/8/layout/vProcess5"/>
    <dgm:cxn modelId="{508F0438-F8D4-4062-AFAC-56292797D7AF}" type="presOf" srcId="{6595B156-B06B-4B80-852F-710B1707CC44}" destId="{F4E05C2B-FC4E-4035-AC50-29A8842440DB}" srcOrd="0" destOrd="0" presId="urn:microsoft.com/office/officeart/2005/8/layout/vProcess5"/>
    <dgm:cxn modelId="{B396AF40-4704-4DE8-97DF-5BBAB2DE3FA6}" type="presOf" srcId="{1A2EC2B0-118C-4E4A-A73B-3BADA30E5BE5}" destId="{8BB1C4E6-A6F5-4C24-9AD0-8C623A70A8C9}" srcOrd="0" destOrd="0" presId="urn:microsoft.com/office/officeart/2005/8/layout/vProcess5"/>
    <dgm:cxn modelId="{A4CC4544-0401-4D73-A64D-D0E4751E9986}" type="presOf" srcId="{9BC4AF5E-86B7-4B55-BD41-EE129CE1EA1A}" destId="{A01F8522-3C47-4295-9112-AE70687A485C}" srcOrd="1" destOrd="0" presId="urn:microsoft.com/office/officeart/2005/8/layout/vProcess5"/>
    <dgm:cxn modelId="{FD0FCA49-9489-4017-B7F2-3A4496832690}" type="presOf" srcId="{ABE112BE-554B-4A90-9C7D-D6A6D36B0112}" destId="{B4E5ABA3-E60D-4999-A36D-EA0FAD8E3030}" srcOrd="0" destOrd="0" presId="urn:microsoft.com/office/officeart/2005/8/layout/vProcess5"/>
    <dgm:cxn modelId="{E11B3E75-5204-4A43-8EB6-02245C05696E}" srcId="{C423025B-2CA8-4C45-B24E-78D9D17838B2}" destId="{CF13DE48-4F3C-40C5-AAB9-DC4AB1DBF87A}" srcOrd="2" destOrd="0" parTransId="{4444A231-7C06-4C5E-A7E9-CFBC2C7AF57A}" sibTransId="{6595B156-B06B-4B80-852F-710B1707CC44}"/>
    <dgm:cxn modelId="{E28D6B8F-17F3-4667-81EA-3CB442EF4990}" type="presOf" srcId="{CF13DE48-4F3C-40C5-AAB9-DC4AB1DBF87A}" destId="{7342CB7D-F2CA-4E53-A0F8-A8D409CBEF3D}" srcOrd="0" destOrd="0" presId="urn:microsoft.com/office/officeart/2005/8/layout/vProcess5"/>
    <dgm:cxn modelId="{C674FBA0-C329-4690-94BB-03CE8820FA7C}" srcId="{C423025B-2CA8-4C45-B24E-78D9D17838B2}" destId="{1A2EC2B0-118C-4E4A-A73B-3BADA30E5BE5}" srcOrd="1" destOrd="0" parTransId="{4BA9EC64-C813-4099-8749-3C444FA93C05}" sibTransId="{D564B964-2448-4FD6-9A4C-4F783905BE14}"/>
    <dgm:cxn modelId="{651F82B0-D435-43D2-BDAF-86DF815861F9}" srcId="{C423025B-2CA8-4C45-B24E-78D9D17838B2}" destId="{3739EA19-6710-4E58-A04C-C50ADFFEC805}" srcOrd="0" destOrd="0" parTransId="{130742A9-1AE3-4569-ACCD-2550B8FAC812}" sibTransId="{ABE112BE-554B-4A90-9C7D-D6A6D36B0112}"/>
    <dgm:cxn modelId="{EF65F1C3-3820-4D9D-B3DC-BA5F3BCE31DC}" type="presOf" srcId="{D564B964-2448-4FD6-9A4C-4F783905BE14}" destId="{CC2B83AB-1CB2-4F1E-88E5-46D6B27542E8}" srcOrd="0" destOrd="0" presId="urn:microsoft.com/office/officeart/2005/8/layout/vProcess5"/>
    <dgm:cxn modelId="{AEB7E0C9-4FA1-4C08-A946-355AA8FE9EC6}" srcId="{C423025B-2CA8-4C45-B24E-78D9D17838B2}" destId="{9BC4AF5E-86B7-4B55-BD41-EE129CE1EA1A}" srcOrd="3" destOrd="0" parTransId="{6F2A6537-C4E2-4E3B-92A4-24326D9F8A10}" sibTransId="{2432308A-2B6B-4674-A9EA-B26EC92B7791}"/>
    <dgm:cxn modelId="{035FDED0-2DB2-40EB-9F3F-34C451C88FCC}" type="presOf" srcId="{CF13DE48-4F3C-40C5-AAB9-DC4AB1DBF87A}" destId="{4182B6C3-093B-4F2E-911A-E812559CD439}" srcOrd="1" destOrd="0" presId="urn:microsoft.com/office/officeart/2005/8/layout/vProcess5"/>
    <dgm:cxn modelId="{C80545DA-B54A-44CA-AA11-C0028E5675D8}" type="presOf" srcId="{9BC4AF5E-86B7-4B55-BD41-EE129CE1EA1A}" destId="{AF87744D-21BA-4085-8C9E-863BE9B44BD0}" srcOrd="0" destOrd="0" presId="urn:microsoft.com/office/officeart/2005/8/layout/vProcess5"/>
    <dgm:cxn modelId="{B76F8BF9-074C-44C5-8FC1-5514F1355DFC}" type="presOf" srcId="{3739EA19-6710-4E58-A04C-C50ADFFEC805}" destId="{6E290B22-DE95-41E3-91AD-FED6E0059B5E}" srcOrd="0" destOrd="0" presId="urn:microsoft.com/office/officeart/2005/8/layout/vProcess5"/>
    <dgm:cxn modelId="{01B1038A-8030-4817-B0CE-9F443EC68ADA}" type="presParOf" srcId="{1EBF1DC2-C1E3-4B83-AA20-32E2C26A91B4}" destId="{122B52EF-2390-40EE-A9F7-AC702A3FCE72}" srcOrd="0" destOrd="0" presId="urn:microsoft.com/office/officeart/2005/8/layout/vProcess5"/>
    <dgm:cxn modelId="{28FFA49A-913B-4C06-A0B6-47DE9D53FB4A}" type="presParOf" srcId="{1EBF1DC2-C1E3-4B83-AA20-32E2C26A91B4}" destId="{6E290B22-DE95-41E3-91AD-FED6E0059B5E}" srcOrd="1" destOrd="0" presId="urn:microsoft.com/office/officeart/2005/8/layout/vProcess5"/>
    <dgm:cxn modelId="{11C230E4-BC30-416D-8760-124AEBA990CA}" type="presParOf" srcId="{1EBF1DC2-C1E3-4B83-AA20-32E2C26A91B4}" destId="{8BB1C4E6-A6F5-4C24-9AD0-8C623A70A8C9}" srcOrd="2" destOrd="0" presId="urn:microsoft.com/office/officeart/2005/8/layout/vProcess5"/>
    <dgm:cxn modelId="{A8BBD0C5-6D73-4209-9E5C-4DD7AEFF2F31}" type="presParOf" srcId="{1EBF1DC2-C1E3-4B83-AA20-32E2C26A91B4}" destId="{7342CB7D-F2CA-4E53-A0F8-A8D409CBEF3D}" srcOrd="3" destOrd="0" presId="urn:microsoft.com/office/officeart/2005/8/layout/vProcess5"/>
    <dgm:cxn modelId="{1A4F56F7-22C8-41AA-B989-CC8032AA5A53}" type="presParOf" srcId="{1EBF1DC2-C1E3-4B83-AA20-32E2C26A91B4}" destId="{AF87744D-21BA-4085-8C9E-863BE9B44BD0}" srcOrd="4" destOrd="0" presId="urn:microsoft.com/office/officeart/2005/8/layout/vProcess5"/>
    <dgm:cxn modelId="{EF4F341E-2E8F-4A11-9D9D-847A6197BD63}" type="presParOf" srcId="{1EBF1DC2-C1E3-4B83-AA20-32E2C26A91B4}" destId="{B4E5ABA3-E60D-4999-A36D-EA0FAD8E3030}" srcOrd="5" destOrd="0" presId="urn:microsoft.com/office/officeart/2005/8/layout/vProcess5"/>
    <dgm:cxn modelId="{ACE60146-402A-4169-886A-D2FDCCF8582A}" type="presParOf" srcId="{1EBF1DC2-C1E3-4B83-AA20-32E2C26A91B4}" destId="{CC2B83AB-1CB2-4F1E-88E5-46D6B27542E8}" srcOrd="6" destOrd="0" presId="urn:microsoft.com/office/officeart/2005/8/layout/vProcess5"/>
    <dgm:cxn modelId="{F414139E-72B6-4F41-8D92-7B52CA000528}" type="presParOf" srcId="{1EBF1DC2-C1E3-4B83-AA20-32E2C26A91B4}" destId="{F4E05C2B-FC4E-4035-AC50-29A8842440DB}" srcOrd="7" destOrd="0" presId="urn:microsoft.com/office/officeart/2005/8/layout/vProcess5"/>
    <dgm:cxn modelId="{6C9D03AF-4CF1-477A-8BA0-9A7CC56FD387}" type="presParOf" srcId="{1EBF1DC2-C1E3-4B83-AA20-32E2C26A91B4}" destId="{21CD69DB-090F-4BB8-939A-60BF6E9FCDF6}" srcOrd="8" destOrd="0" presId="urn:microsoft.com/office/officeart/2005/8/layout/vProcess5"/>
    <dgm:cxn modelId="{81B5AA7D-70AA-48FD-83B7-BFB3F61FCB51}" type="presParOf" srcId="{1EBF1DC2-C1E3-4B83-AA20-32E2C26A91B4}" destId="{A6A18A59-2B0C-45EF-A13B-B62342C97DBD}" srcOrd="9" destOrd="0" presId="urn:microsoft.com/office/officeart/2005/8/layout/vProcess5"/>
    <dgm:cxn modelId="{DF95F6F8-980F-4877-8A22-1190388FF60C}" type="presParOf" srcId="{1EBF1DC2-C1E3-4B83-AA20-32E2C26A91B4}" destId="{4182B6C3-093B-4F2E-911A-E812559CD439}" srcOrd="10" destOrd="0" presId="urn:microsoft.com/office/officeart/2005/8/layout/vProcess5"/>
    <dgm:cxn modelId="{B8F865AA-5533-4FDE-8342-49AFFC5248F3}" type="presParOf" srcId="{1EBF1DC2-C1E3-4B83-AA20-32E2C26A91B4}" destId="{A01F8522-3C47-4295-9112-AE70687A485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1EAEC76-DB24-4925-AAD5-34D67701187A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14275BE-40EC-4327-A768-6946233A1720}">
      <dgm:prSet/>
      <dgm:spPr/>
      <dgm:t>
        <a:bodyPr/>
        <a:lstStyle/>
        <a:p>
          <a:r>
            <a:rPr lang="en-US" dirty="0" err="1">
              <a:latin typeface="Perpetua Titling MT" panose="02020502060505020804" pitchFamily="18" charset="0"/>
            </a:rPr>
            <a:t>Metode</a:t>
          </a:r>
          <a:r>
            <a:rPr lang="en-US" dirty="0">
              <a:latin typeface="Perpetua Titling MT" panose="02020502060505020804" pitchFamily="18" charset="0"/>
            </a:rPr>
            <a:t>: Stratified Cross Validation</a:t>
          </a:r>
        </a:p>
      </dgm:t>
    </dgm:pt>
    <dgm:pt modelId="{62EDD043-0909-42EC-8B1E-3BC43388A4C8}" type="parTrans" cxnId="{DEE70177-8FC4-4BF7-9F48-ABADF3477A3E}">
      <dgm:prSet/>
      <dgm:spPr/>
      <dgm:t>
        <a:bodyPr/>
        <a:lstStyle/>
        <a:p>
          <a:endParaRPr lang="en-US"/>
        </a:p>
      </dgm:t>
    </dgm:pt>
    <dgm:pt modelId="{11D06B6C-36FF-4DFF-8B30-D65E2ECC8132}" type="sibTrans" cxnId="{DEE70177-8FC4-4BF7-9F48-ABADF3477A3E}">
      <dgm:prSet/>
      <dgm:spPr/>
      <dgm:t>
        <a:bodyPr/>
        <a:lstStyle/>
        <a:p>
          <a:endParaRPr lang="en-US"/>
        </a:p>
      </dgm:t>
    </dgm:pt>
    <dgm:pt modelId="{E5381D13-58F4-4CEA-96EB-529A77ED78EF}">
      <dgm:prSet/>
      <dgm:spPr/>
      <dgm:t>
        <a:bodyPr/>
        <a:lstStyle/>
        <a:p>
          <a:r>
            <a:rPr lang="en-US" dirty="0">
              <a:latin typeface="Perpetua Titling MT" panose="02020502060505020804" pitchFamily="18" charset="0"/>
            </a:rPr>
            <a:t>Mean Accuracy: 94.5%</a:t>
          </a:r>
        </a:p>
      </dgm:t>
    </dgm:pt>
    <dgm:pt modelId="{A170E150-8380-49A5-89EC-FB0D1734A68C}" type="parTrans" cxnId="{E9861973-1602-4197-BECA-73D950DDC245}">
      <dgm:prSet/>
      <dgm:spPr/>
      <dgm:t>
        <a:bodyPr/>
        <a:lstStyle/>
        <a:p>
          <a:endParaRPr lang="en-US"/>
        </a:p>
      </dgm:t>
    </dgm:pt>
    <dgm:pt modelId="{3D83FB0A-48CE-4496-A181-ED2006D7111D}" type="sibTrans" cxnId="{E9861973-1602-4197-BECA-73D950DDC245}">
      <dgm:prSet/>
      <dgm:spPr/>
      <dgm:t>
        <a:bodyPr/>
        <a:lstStyle/>
        <a:p>
          <a:endParaRPr lang="en-US"/>
        </a:p>
      </dgm:t>
    </dgm:pt>
    <dgm:pt modelId="{B6981268-9CEB-45F1-9D93-15007B63631E}">
      <dgm:prSet/>
      <dgm:spPr/>
      <dgm:t>
        <a:bodyPr/>
        <a:lstStyle/>
        <a:p>
          <a:r>
            <a:rPr lang="en-US" dirty="0">
              <a:latin typeface="Perpetua Titling MT" panose="02020502060505020804" pitchFamily="18" charset="0"/>
            </a:rPr>
            <a:t>Standard Deviation: 0.084</a:t>
          </a:r>
        </a:p>
      </dgm:t>
    </dgm:pt>
    <dgm:pt modelId="{B665B6BE-86D1-422D-B5B5-87C79B5BE0A2}" type="parTrans" cxnId="{3932CD13-4BD9-4ED6-9A87-A9679144C606}">
      <dgm:prSet/>
      <dgm:spPr/>
      <dgm:t>
        <a:bodyPr/>
        <a:lstStyle/>
        <a:p>
          <a:endParaRPr lang="en-US"/>
        </a:p>
      </dgm:t>
    </dgm:pt>
    <dgm:pt modelId="{58A175C7-F175-4DF6-8B84-E1D645930B1E}" type="sibTrans" cxnId="{3932CD13-4BD9-4ED6-9A87-A9679144C606}">
      <dgm:prSet/>
      <dgm:spPr/>
      <dgm:t>
        <a:bodyPr/>
        <a:lstStyle/>
        <a:p>
          <a:endParaRPr lang="en-US"/>
        </a:p>
      </dgm:t>
    </dgm:pt>
    <dgm:pt modelId="{C26243FA-8E8B-40A1-A2EF-C142F5E90802}">
      <dgm:prSet/>
      <dgm:spPr/>
      <dgm:t>
        <a:bodyPr/>
        <a:lstStyle/>
        <a:p>
          <a:r>
            <a:rPr lang="en-US" dirty="0">
              <a:latin typeface="Perpetua Titling MT" panose="02020502060505020804" pitchFamily="18" charset="0"/>
            </a:rPr>
            <a:t>Model </a:t>
          </a:r>
          <a:r>
            <a:rPr lang="en-US" dirty="0" err="1">
              <a:latin typeface="Perpetua Titling MT" panose="02020502060505020804" pitchFamily="18" charset="0"/>
            </a:rPr>
            <a:t>stabil</a:t>
          </a:r>
          <a:r>
            <a:rPr lang="en-US" dirty="0">
              <a:latin typeface="Perpetua Titling MT" panose="02020502060505020804" pitchFamily="18" charset="0"/>
            </a:rPr>
            <a:t> dan </a:t>
          </a:r>
          <a:r>
            <a:rPr lang="en-US" dirty="0" err="1">
              <a:latin typeface="Perpetua Titling MT" panose="02020502060505020804" pitchFamily="18" charset="0"/>
            </a:rPr>
            <a:t>konsisten</a:t>
          </a:r>
          <a:endParaRPr lang="en-US" dirty="0">
            <a:latin typeface="Perpetua Titling MT" panose="02020502060505020804" pitchFamily="18" charset="0"/>
          </a:endParaRPr>
        </a:p>
      </dgm:t>
    </dgm:pt>
    <dgm:pt modelId="{12D70268-7A4F-4554-AED8-A8E2B88BADCD}" type="parTrans" cxnId="{9F37BF85-D6BC-4782-879B-A4ACF2C325EB}">
      <dgm:prSet/>
      <dgm:spPr/>
      <dgm:t>
        <a:bodyPr/>
        <a:lstStyle/>
        <a:p>
          <a:endParaRPr lang="en-US"/>
        </a:p>
      </dgm:t>
    </dgm:pt>
    <dgm:pt modelId="{BBCFAC80-3167-4BBF-9741-49CF956E5A89}" type="sibTrans" cxnId="{9F37BF85-D6BC-4782-879B-A4ACF2C325EB}">
      <dgm:prSet/>
      <dgm:spPr/>
      <dgm:t>
        <a:bodyPr/>
        <a:lstStyle/>
        <a:p>
          <a:endParaRPr lang="en-US"/>
        </a:p>
      </dgm:t>
    </dgm:pt>
    <dgm:pt modelId="{1415FF91-364C-453C-8786-4F09378117AF}" type="pres">
      <dgm:prSet presAssocID="{61EAEC76-DB24-4925-AAD5-34D67701187A}" presName="diagram" presStyleCnt="0">
        <dgm:presLayoutVars>
          <dgm:dir/>
          <dgm:resizeHandles val="exact"/>
        </dgm:presLayoutVars>
      </dgm:prSet>
      <dgm:spPr/>
    </dgm:pt>
    <dgm:pt modelId="{CF2C9208-8828-45F8-8722-C1116886C198}" type="pres">
      <dgm:prSet presAssocID="{A14275BE-40EC-4327-A768-6946233A1720}" presName="node" presStyleLbl="node1" presStyleIdx="0" presStyleCnt="4">
        <dgm:presLayoutVars>
          <dgm:bulletEnabled val="1"/>
        </dgm:presLayoutVars>
      </dgm:prSet>
      <dgm:spPr/>
    </dgm:pt>
    <dgm:pt modelId="{AAA31D6F-821D-4597-9128-58AA4E81FBB8}" type="pres">
      <dgm:prSet presAssocID="{11D06B6C-36FF-4DFF-8B30-D65E2ECC8132}" presName="sibTrans" presStyleLbl="sibTrans2D1" presStyleIdx="0" presStyleCnt="3"/>
      <dgm:spPr/>
    </dgm:pt>
    <dgm:pt modelId="{23644E7B-C2AE-4364-9234-7F4AA657BD58}" type="pres">
      <dgm:prSet presAssocID="{11D06B6C-36FF-4DFF-8B30-D65E2ECC8132}" presName="connectorText" presStyleLbl="sibTrans2D1" presStyleIdx="0" presStyleCnt="3"/>
      <dgm:spPr/>
    </dgm:pt>
    <dgm:pt modelId="{F76A8BC8-7FDF-4BC6-8EC6-4E09EC9682F3}" type="pres">
      <dgm:prSet presAssocID="{E5381D13-58F4-4CEA-96EB-529A77ED78EF}" presName="node" presStyleLbl="node1" presStyleIdx="1" presStyleCnt="4">
        <dgm:presLayoutVars>
          <dgm:bulletEnabled val="1"/>
        </dgm:presLayoutVars>
      </dgm:prSet>
      <dgm:spPr/>
    </dgm:pt>
    <dgm:pt modelId="{73A4F7DD-1864-4475-AE17-372CF7C666DE}" type="pres">
      <dgm:prSet presAssocID="{3D83FB0A-48CE-4496-A181-ED2006D7111D}" presName="sibTrans" presStyleLbl="sibTrans2D1" presStyleIdx="1" presStyleCnt="3"/>
      <dgm:spPr/>
    </dgm:pt>
    <dgm:pt modelId="{6C3CE004-71A8-41FA-A6E9-C7AE3CC60AF3}" type="pres">
      <dgm:prSet presAssocID="{3D83FB0A-48CE-4496-A181-ED2006D7111D}" presName="connectorText" presStyleLbl="sibTrans2D1" presStyleIdx="1" presStyleCnt="3"/>
      <dgm:spPr/>
    </dgm:pt>
    <dgm:pt modelId="{1D171EDA-C3C3-44DF-A199-3F210EF547A8}" type="pres">
      <dgm:prSet presAssocID="{B6981268-9CEB-45F1-9D93-15007B63631E}" presName="node" presStyleLbl="node1" presStyleIdx="2" presStyleCnt="4">
        <dgm:presLayoutVars>
          <dgm:bulletEnabled val="1"/>
        </dgm:presLayoutVars>
      </dgm:prSet>
      <dgm:spPr/>
    </dgm:pt>
    <dgm:pt modelId="{E133E828-C73B-4559-A017-A4B038A53BA1}" type="pres">
      <dgm:prSet presAssocID="{58A175C7-F175-4DF6-8B84-E1D645930B1E}" presName="sibTrans" presStyleLbl="sibTrans2D1" presStyleIdx="2" presStyleCnt="3"/>
      <dgm:spPr/>
    </dgm:pt>
    <dgm:pt modelId="{4080F621-2D6F-4F7B-AA51-9D31C7DD7F75}" type="pres">
      <dgm:prSet presAssocID="{58A175C7-F175-4DF6-8B84-E1D645930B1E}" presName="connectorText" presStyleLbl="sibTrans2D1" presStyleIdx="2" presStyleCnt="3"/>
      <dgm:spPr/>
    </dgm:pt>
    <dgm:pt modelId="{0B347A08-6D09-4DD6-BF75-C458B183CB20}" type="pres">
      <dgm:prSet presAssocID="{C26243FA-8E8B-40A1-A2EF-C142F5E90802}" presName="node" presStyleLbl="node1" presStyleIdx="3" presStyleCnt="4">
        <dgm:presLayoutVars>
          <dgm:bulletEnabled val="1"/>
        </dgm:presLayoutVars>
      </dgm:prSet>
      <dgm:spPr/>
    </dgm:pt>
  </dgm:ptLst>
  <dgm:cxnLst>
    <dgm:cxn modelId="{3932CD13-4BD9-4ED6-9A87-A9679144C606}" srcId="{61EAEC76-DB24-4925-AAD5-34D67701187A}" destId="{B6981268-9CEB-45F1-9D93-15007B63631E}" srcOrd="2" destOrd="0" parTransId="{B665B6BE-86D1-422D-B5B5-87C79B5BE0A2}" sibTransId="{58A175C7-F175-4DF6-8B84-E1D645930B1E}"/>
    <dgm:cxn modelId="{73BE9332-0A78-42C4-BAAC-15DC92ED01B6}" type="presOf" srcId="{58A175C7-F175-4DF6-8B84-E1D645930B1E}" destId="{4080F621-2D6F-4F7B-AA51-9D31C7DD7F75}" srcOrd="1" destOrd="0" presId="urn:microsoft.com/office/officeart/2005/8/layout/process5"/>
    <dgm:cxn modelId="{969DEA45-B309-4ED4-9B3E-DBBFFAA54610}" type="presOf" srcId="{11D06B6C-36FF-4DFF-8B30-D65E2ECC8132}" destId="{AAA31D6F-821D-4597-9128-58AA4E81FBB8}" srcOrd="0" destOrd="0" presId="urn:microsoft.com/office/officeart/2005/8/layout/process5"/>
    <dgm:cxn modelId="{D35F9867-9B34-4D5D-BF79-8AB519AF8698}" type="presOf" srcId="{A14275BE-40EC-4327-A768-6946233A1720}" destId="{CF2C9208-8828-45F8-8722-C1116886C198}" srcOrd="0" destOrd="0" presId="urn:microsoft.com/office/officeart/2005/8/layout/process5"/>
    <dgm:cxn modelId="{EA22AD4C-104E-4168-86A2-2BB591C0D188}" type="presOf" srcId="{58A175C7-F175-4DF6-8B84-E1D645930B1E}" destId="{E133E828-C73B-4559-A017-A4B038A53BA1}" srcOrd="0" destOrd="0" presId="urn:microsoft.com/office/officeart/2005/8/layout/process5"/>
    <dgm:cxn modelId="{E9861973-1602-4197-BECA-73D950DDC245}" srcId="{61EAEC76-DB24-4925-AAD5-34D67701187A}" destId="{E5381D13-58F4-4CEA-96EB-529A77ED78EF}" srcOrd="1" destOrd="0" parTransId="{A170E150-8380-49A5-89EC-FB0D1734A68C}" sibTransId="{3D83FB0A-48CE-4496-A181-ED2006D7111D}"/>
    <dgm:cxn modelId="{DEE70177-8FC4-4BF7-9F48-ABADF3477A3E}" srcId="{61EAEC76-DB24-4925-AAD5-34D67701187A}" destId="{A14275BE-40EC-4327-A768-6946233A1720}" srcOrd="0" destOrd="0" parTransId="{62EDD043-0909-42EC-8B1E-3BC43388A4C8}" sibTransId="{11D06B6C-36FF-4DFF-8B30-D65E2ECC8132}"/>
    <dgm:cxn modelId="{4F7C727C-48E6-4F2C-B486-81613E8746A1}" type="presOf" srcId="{3D83FB0A-48CE-4496-A181-ED2006D7111D}" destId="{6C3CE004-71A8-41FA-A6E9-C7AE3CC60AF3}" srcOrd="1" destOrd="0" presId="urn:microsoft.com/office/officeart/2005/8/layout/process5"/>
    <dgm:cxn modelId="{9F37BF85-D6BC-4782-879B-A4ACF2C325EB}" srcId="{61EAEC76-DB24-4925-AAD5-34D67701187A}" destId="{C26243FA-8E8B-40A1-A2EF-C142F5E90802}" srcOrd="3" destOrd="0" parTransId="{12D70268-7A4F-4554-AED8-A8E2B88BADCD}" sibTransId="{BBCFAC80-3167-4BBF-9741-49CF956E5A89}"/>
    <dgm:cxn modelId="{E506D28A-ABD8-4934-A65F-8DFBABDC6C4E}" type="presOf" srcId="{3D83FB0A-48CE-4496-A181-ED2006D7111D}" destId="{73A4F7DD-1864-4475-AE17-372CF7C666DE}" srcOrd="0" destOrd="0" presId="urn:microsoft.com/office/officeart/2005/8/layout/process5"/>
    <dgm:cxn modelId="{366FEA98-DE1B-49DA-94AB-97DEADBC8736}" type="presOf" srcId="{E5381D13-58F4-4CEA-96EB-529A77ED78EF}" destId="{F76A8BC8-7FDF-4BC6-8EC6-4E09EC9682F3}" srcOrd="0" destOrd="0" presId="urn:microsoft.com/office/officeart/2005/8/layout/process5"/>
    <dgm:cxn modelId="{E7EBECAC-EA6F-476C-A4C1-A28C0FB9E5FF}" type="presOf" srcId="{61EAEC76-DB24-4925-AAD5-34D67701187A}" destId="{1415FF91-364C-453C-8786-4F09378117AF}" srcOrd="0" destOrd="0" presId="urn:microsoft.com/office/officeart/2005/8/layout/process5"/>
    <dgm:cxn modelId="{F92CEFB4-F61C-49A7-891C-7B123CF8730C}" type="presOf" srcId="{C26243FA-8E8B-40A1-A2EF-C142F5E90802}" destId="{0B347A08-6D09-4DD6-BF75-C458B183CB20}" srcOrd="0" destOrd="0" presId="urn:microsoft.com/office/officeart/2005/8/layout/process5"/>
    <dgm:cxn modelId="{169B7EC2-F57D-45A7-ADAA-84DCA319F40C}" type="presOf" srcId="{B6981268-9CEB-45F1-9D93-15007B63631E}" destId="{1D171EDA-C3C3-44DF-A199-3F210EF547A8}" srcOrd="0" destOrd="0" presId="urn:microsoft.com/office/officeart/2005/8/layout/process5"/>
    <dgm:cxn modelId="{354B88EA-E5B5-4068-B992-226424404EFF}" type="presOf" srcId="{11D06B6C-36FF-4DFF-8B30-D65E2ECC8132}" destId="{23644E7B-C2AE-4364-9234-7F4AA657BD58}" srcOrd="1" destOrd="0" presId="urn:microsoft.com/office/officeart/2005/8/layout/process5"/>
    <dgm:cxn modelId="{FE80EA2F-2084-4494-8755-96945CDEC988}" type="presParOf" srcId="{1415FF91-364C-453C-8786-4F09378117AF}" destId="{CF2C9208-8828-45F8-8722-C1116886C198}" srcOrd="0" destOrd="0" presId="urn:microsoft.com/office/officeart/2005/8/layout/process5"/>
    <dgm:cxn modelId="{8F7BA044-12A9-4FE4-AA84-1840F05B923C}" type="presParOf" srcId="{1415FF91-364C-453C-8786-4F09378117AF}" destId="{AAA31D6F-821D-4597-9128-58AA4E81FBB8}" srcOrd="1" destOrd="0" presId="urn:microsoft.com/office/officeart/2005/8/layout/process5"/>
    <dgm:cxn modelId="{304518D1-0983-4E33-96A1-32A193B9CC83}" type="presParOf" srcId="{AAA31D6F-821D-4597-9128-58AA4E81FBB8}" destId="{23644E7B-C2AE-4364-9234-7F4AA657BD58}" srcOrd="0" destOrd="0" presId="urn:microsoft.com/office/officeart/2005/8/layout/process5"/>
    <dgm:cxn modelId="{B4C4C860-7FFE-4CB9-AFA0-3F9BC0724F3B}" type="presParOf" srcId="{1415FF91-364C-453C-8786-4F09378117AF}" destId="{F76A8BC8-7FDF-4BC6-8EC6-4E09EC9682F3}" srcOrd="2" destOrd="0" presId="urn:microsoft.com/office/officeart/2005/8/layout/process5"/>
    <dgm:cxn modelId="{3C885461-827A-43B9-992B-45222003465A}" type="presParOf" srcId="{1415FF91-364C-453C-8786-4F09378117AF}" destId="{73A4F7DD-1864-4475-AE17-372CF7C666DE}" srcOrd="3" destOrd="0" presId="urn:microsoft.com/office/officeart/2005/8/layout/process5"/>
    <dgm:cxn modelId="{189E4A88-B277-46E3-8374-ADEFF5C95A86}" type="presParOf" srcId="{73A4F7DD-1864-4475-AE17-372CF7C666DE}" destId="{6C3CE004-71A8-41FA-A6E9-C7AE3CC60AF3}" srcOrd="0" destOrd="0" presId="urn:microsoft.com/office/officeart/2005/8/layout/process5"/>
    <dgm:cxn modelId="{F12C6F05-7F15-48E1-9527-067D6767032B}" type="presParOf" srcId="{1415FF91-364C-453C-8786-4F09378117AF}" destId="{1D171EDA-C3C3-44DF-A199-3F210EF547A8}" srcOrd="4" destOrd="0" presId="urn:microsoft.com/office/officeart/2005/8/layout/process5"/>
    <dgm:cxn modelId="{0AD887B4-E051-4765-9E5B-13AF242E031A}" type="presParOf" srcId="{1415FF91-364C-453C-8786-4F09378117AF}" destId="{E133E828-C73B-4559-A017-A4B038A53BA1}" srcOrd="5" destOrd="0" presId="urn:microsoft.com/office/officeart/2005/8/layout/process5"/>
    <dgm:cxn modelId="{13931E37-4791-4859-924A-CD689BDC3DC8}" type="presParOf" srcId="{E133E828-C73B-4559-A017-A4B038A53BA1}" destId="{4080F621-2D6F-4F7B-AA51-9D31C7DD7F75}" srcOrd="0" destOrd="0" presId="urn:microsoft.com/office/officeart/2005/8/layout/process5"/>
    <dgm:cxn modelId="{71D188F9-F065-49DA-BD5E-5DA771F0B41A}" type="presParOf" srcId="{1415FF91-364C-453C-8786-4F09378117AF}" destId="{0B347A08-6D09-4DD6-BF75-C458B183CB20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4A84C1A-A1EC-45B1-A9E5-8C5677AF84C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8C4B3BC-CAE1-40FA-BA70-405DDCD95FC9}">
      <dgm:prSet/>
      <dgm:spPr/>
      <dgm:t>
        <a:bodyPr/>
        <a:lstStyle/>
        <a:p>
          <a:r>
            <a:rPr lang="en-US" dirty="0" err="1">
              <a:latin typeface="Perpetua Titling MT" panose="02020502060505020804" pitchFamily="18" charset="0"/>
            </a:rPr>
            <a:t>Jurnal</a:t>
          </a:r>
          <a:r>
            <a:rPr lang="en-US" dirty="0">
              <a:latin typeface="Perpetua Titling MT" panose="02020502060505020804" pitchFamily="18" charset="0"/>
            </a:rPr>
            <a:t> Accuracy: ±90%</a:t>
          </a:r>
        </a:p>
      </dgm:t>
    </dgm:pt>
    <dgm:pt modelId="{E07C0BBB-B6FE-4F00-ACDA-A157722093CA}" type="parTrans" cxnId="{03A331A6-487D-4381-B184-5101B0A545C0}">
      <dgm:prSet/>
      <dgm:spPr/>
      <dgm:t>
        <a:bodyPr/>
        <a:lstStyle/>
        <a:p>
          <a:endParaRPr lang="en-US"/>
        </a:p>
      </dgm:t>
    </dgm:pt>
    <dgm:pt modelId="{39D4ACC0-CEEE-4ADA-B7EE-ED06BD045AC7}" type="sibTrans" cxnId="{03A331A6-487D-4381-B184-5101B0A545C0}">
      <dgm:prSet/>
      <dgm:spPr/>
      <dgm:t>
        <a:bodyPr/>
        <a:lstStyle/>
        <a:p>
          <a:endParaRPr lang="en-US"/>
        </a:p>
      </dgm:t>
    </dgm:pt>
    <dgm:pt modelId="{0B0E8B06-0655-4BDD-AB23-2BEE1BFE7160}">
      <dgm:prSet/>
      <dgm:spPr/>
      <dgm:t>
        <a:bodyPr/>
        <a:lstStyle/>
        <a:p>
          <a:r>
            <a:rPr lang="en-US" dirty="0" err="1">
              <a:latin typeface="Perpetua Titling MT" panose="02020502060505020804" pitchFamily="18" charset="0"/>
            </a:rPr>
            <a:t>Implementasi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ulang</a:t>
          </a:r>
          <a:r>
            <a:rPr lang="en-US" dirty="0">
              <a:latin typeface="Perpetua Titling MT" panose="02020502060505020804" pitchFamily="18" charset="0"/>
            </a:rPr>
            <a:t>: 92.5%</a:t>
          </a:r>
        </a:p>
      </dgm:t>
    </dgm:pt>
    <dgm:pt modelId="{2E88503A-2CBF-4F1D-B4CC-122ADCC50F52}" type="parTrans" cxnId="{B4090D90-5D2A-4578-9AD3-8ECC43E60D8B}">
      <dgm:prSet/>
      <dgm:spPr/>
      <dgm:t>
        <a:bodyPr/>
        <a:lstStyle/>
        <a:p>
          <a:endParaRPr lang="en-US"/>
        </a:p>
      </dgm:t>
    </dgm:pt>
    <dgm:pt modelId="{B05EB269-A4D2-4D8D-8AD3-E0B8032548B8}" type="sibTrans" cxnId="{B4090D90-5D2A-4578-9AD3-8ECC43E60D8B}">
      <dgm:prSet/>
      <dgm:spPr/>
      <dgm:t>
        <a:bodyPr/>
        <a:lstStyle/>
        <a:p>
          <a:endParaRPr lang="en-US"/>
        </a:p>
      </dgm:t>
    </dgm:pt>
    <dgm:pt modelId="{529A629C-1DEE-494B-941F-C7A4C94AF279}">
      <dgm:prSet/>
      <dgm:spPr/>
      <dgm:t>
        <a:bodyPr/>
        <a:lstStyle/>
        <a:p>
          <a:r>
            <a:rPr lang="en-US" dirty="0">
              <a:latin typeface="Perpetua Titling MT" panose="02020502060505020804" pitchFamily="18" charset="0"/>
            </a:rPr>
            <a:t>Hasil </a:t>
          </a:r>
          <a:r>
            <a:rPr lang="en-US" dirty="0" err="1">
              <a:latin typeface="Perpetua Titling MT" panose="02020502060505020804" pitchFamily="18" charset="0"/>
            </a:rPr>
            <a:t>sebanding</a:t>
          </a:r>
          <a:r>
            <a:rPr lang="en-US" dirty="0">
              <a:latin typeface="Perpetua Titling MT" panose="02020502060505020804" pitchFamily="18" charset="0"/>
            </a:rPr>
            <a:t> dan </a:t>
          </a:r>
          <a:r>
            <a:rPr lang="en-US" dirty="0" err="1">
              <a:latin typeface="Perpetua Titling MT" panose="02020502060505020804" pitchFamily="18" charset="0"/>
            </a:rPr>
            <a:t>sedikit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lebih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baik</a:t>
          </a:r>
          <a:endParaRPr lang="en-US" dirty="0">
            <a:latin typeface="Perpetua Titling MT" panose="02020502060505020804" pitchFamily="18" charset="0"/>
          </a:endParaRPr>
        </a:p>
      </dgm:t>
    </dgm:pt>
    <dgm:pt modelId="{4076AD65-6529-4924-B448-A7CA86C6F10F}" type="parTrans" cxnId="{031A8608-AB9A-4C4D-81B3-D4CC84055B7B}">
      <dgm:prSet/>
      <dgm:spPr/>
      <dgm:t>
        <a:bodyPr/>
        <a:lstStyle/>
        <a:p>
          <a:endParaRPr lang="en-US"/>
        </a:p>
      </dgm:t>
    </dgm:pt>
    <dgm:pt modelId="{A054B6CA-2106-4552-919F-52D5A52DFE47}" type="sibTrans" cxnId="{031A8608-AB9A-4C4D-81B3-D4CC84055B7B}">
      <dgm:prSet/>
      <dgm:spPr/>
      <dgm:t>
        <a:bodyPr/>
        <a:lstStyle/>
        <a:p>
          <a:endParaRPr lang="en-US"/>
        </a:p>
      </dgm:t>
    </dgm:pt>
    <dgm:pt modelId="{6DF8FD85-208D-4FF1-8165-11CB1A8588EA}" type="pres">
      <dgm:prSet presAssocID="{94A84C1A-A1EC-45B1-A9E5-8C5677AF84C9}" presName="linear" presStyleCnt="0">
        <dgm:presLayoutVars>
          <dgm:dir/>
          <dgm:animLvl val="lvl"/>
          <dgm:resizeHandles val="exact"/>
        </dgm:presLayoutVars>
      </dgm:prSet>
      <dgm:spPr/>
    </dgm:pt>
    <dgm:pt modelId="{6442B27E-CEA7-4C9F-B7A2-477926756487}" type="pres">
      <dgm:prSet presAssocID="{78C4B3BC-CAE1-40FA-BA70-405DDCD95FC9}" presName="parentLin" presStyleCnt="0"/>
      <dgm:spPr/>
    </dgm:pt>
    <dgm:pt modelId="{E9FAA87F-30F6-4F36-8DFD-F3E4273651B5}" type="pres">
      <dgm:prSet presAssocID="{78C4B3BC-CAE1-40FA-BA70-405DDCD95FC9}" presName="parentLeftMargin" presStyleLbl="node1" presStyleIdx="0" presStyleCnt="3"/>
      <dgm:spPr/>
    </dgm:pt>
    <dgm:pt modelId="{5F495025-D172-4A3D-A92E-F48B6F0379B1}" type="pres">
      <dgm:prSet presAssocID="{78C4B3BC-CAE1-40FA-BA70-405DDCD95FC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8D236BD-A3DA-47C9-A568-5EA170672AF5}" type="pres">
      <dgm:prSet presAssocID="{78C4B3BC-CAE1-40FA-BA70-405DDCD95FC9}" presName="negativeSpace" presStyleCnt="0"/>
      <dgm:spPr/>
    </dgm:pt>
    <dgm:pt modelId="{DF07AE7F-0F50-4F5E-9CD4-E9CD243126A5}" type="pres">
      <dgm:prSet presAssocID="{78C4B3BC-CAE1-40FA-BA70-405DDCD95FC9}" presName="childText" presStyleLbl="conFgAcc1" presStyleIdx="0" presStyleCnt="3">
        <dgm:presLayoutVars>
          <dgm:bulletEnabled val="1"/>
        </dgm:presLayoutVars>
      </dgm:prSet>
      <dgm:spPr/>
    </dgm:pt>
    <dgm:pt modelId="{B4A4BB35-99D6-4DC5-9920-8C23F5A71435}" type="pres">
      <dgm:prSet presAssocID="{39D4ACC0-CEEE-4ADA-B7EE-ED06BD045AC7}" presName="spaceBetweenRectangles" presStyleCnt="0"/>
      <dgm:spPr/>
    </dgm:pt>
    <dgm:pt modelId="{9A6F830D-B240-4CD8-B8DB-9F43D53AC77C}" type="pres">
      <dgm:prSet presAssocID="{0B0E8B06-0655-4BDD-AB23-2BEE1BFE7160}" presName="parentLin" presStyleCnt="0"/>
      <dgm:spPr/>
    </dgm:pt>
    <dgm:pt modelId="{F784788E-3729-4C5D-B0D8-19994C898FA2}" type="pres">
      <dgm:prSet presAssocID="{0B0E8B06-0655-4BDD-AB23-2BEE1BFE7160}" presName="parentLeftMargin" presStyleLbl="node1" presStyleIdx="0" presStyleCnt="3"/>
      <dgm:spPr/>
    </dgm:pt>
    <dgm:pt modelId="{E44B75D4-26C4-4B17-B637-D1B56CE8F53C}" type="pres">
      <dgm:prSet presAssocID="{0B0E8B06-0655-4BDD-AB23-2BEE1BFE716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5C5FAEA-A5BB-4B87-B6AE-ED2D1968FEDB}" type="pres">
      <dgm:prSet presAssocID="{0B0E8B06-0655-4BDD-AB23-2BEE1BFE7160}" presName="negativeSpace" presStyleCnt="0"/>
      <dgm:spPr/>
    </dgm:pt>
    <dgm:pt modelId="{20D4B1BA-D465-4F0F-9513-90CA64C1BD67}" type="pres">
      <dgm:prSet presAssocID="{0B0E8B06-0655-4BDD-AB23-2BEE1BFE7160}" presName="childText" presStyleLbl="conFgAcc1" presStyleIdx="1" presStyleCnt="3">
        <dgm:presLayoutVars>
          <dgm:bulletEnabled val="1"/>
        </dgm:presLayoutVars>
      </dgm:prSet>
      <dgm:spPr/>
    </dgm:pt>
    <dgm:pt modelId="{97102334-2C01-4B2A-A0F0-B1D45B7539A0}" type="pres">
      <dgm:prSet presAssocID="{B05EB269-A4D2-4D8D-8AD3-E0B8032548B8}" presName="spaceBetweenRectangles" presStyleCnt="0"/>
      <dgm:spPr/>
    </dgm:pt>
    <dgm:pt modelId="{4E5F5CB3-22C0-41B5-80B7-ED60360240F5}" type="pres">
      <dgm:prSet presAssocID="{529A629C-1DEE-494B-941F-C7A4C94AF279}" presName="parentLin" presStyleCnt="0"/>
      <dgm:spPr/>
    </dgm:pt>
    <dgm:pt modelId="{C3A69792-B5FD-4C1C-AC03-5835B01193EB}" type="pres">
      <dgm:prSet presAssocID="{529A629C-1DEE-494B-941F-C7A4C94AF279}" presName="parentLeftMargin" presStyleLbl="node1" presStyleIdx="1" presStyleCnt="3"/>
      <dgm:spPr/>
    </dgm:pt>
    <dgm:pt modelId="{BBA98277-4E51-40E9-83FD-038C2E01E2A5}" type="pres">
      <dgm:prSet presAssocID="{529A629C-1DEE-494B-941F-C7A4C94AF27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6CA2CC3-0124-4166-BE5D-324597F5DAE4}" type="pres">
      <dgm:prSet presAssocID="{529A629C-1DEE-494B-941F-C7A4C94AF279}" presName="negativeSpace" presStyleCnt="0"/>
      <dgm:spPr/>
    </dgm:pt>
    <dgm:pt modelId="{FB01CBFC-01F0-4D07-A8BB-F339FF128F25}" type="pres">
      <dgm:prSet presAssocID="{529A629C-1DEE-494B-941F-C7A4C94AF27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31A8608-AB9A-4C4D-81B3-D4CC84055B7B}" srcId="{94A84C1A-A1EC-45B1-A9E5-8C5677AF84C9}" destId="{529A629C-1DEE-494B-941F-C7A4C94AF279}" srcOrd="2" destOrd="0" parTransId="{4076AD65-6529-4924-B448-A7CA86C6F10F}" sibTransId="{A054B6CA-2106-4552-919F-52D5A52DFE47}"/>
    <dgm:cxn modelId="{1F3D2219-F8CE-49C0-A832-5885F9712EEC}" type="presOf" srcId="{78C4B3BC-CAE1-40FA-BA70-405DDCD95FC9}" destId="{E9FAA87F-30F6-4F36-8DFD-F3E4273651B5}" srcOrd="0" destOrd="0" presId="urn:microsoft.com/office/officeart/2005/8/layout/list1"/>
    <dgm:cxn modelId="{FC6F3E6C-05B9-478A-938E-369066828FCB}" type="presOf" srcId="{0B0E8B06-0655-4BDD-AB23-2BEE1BFE7160}" destId="{F784788E-3729-4C5D-B0D8-19994C898FA2}" srcOrd="0" destOrd="0" presId="urn:microsoft.com/office/officeart/2005/8/layout/list1"/>
    <dgm:cxn modelId="{C6339578-8546-441B-8824-33E6688DE004}" type="presOf" srcId="{94A84C1A-A1EC-45B1-A9E5-8C5677AF84C9}" destId="{6DF8FD85-208D-4FF1-8165-11CB1A8588EA}" srcOrd="0" destOrd="0" presId="urn:microsoft.com/office/officeart/2005/8/layout/list1"/>
    <dgm:cxn modelId="{B4090D90-5D2A-4578-9AD3-8ECC43E60D8B}" srcId="{94A84C1A-A1EC-45B1-A9E5-8C5677AF84C9}" destId="{0B0E8B06-0655-4BDD-AB23-2BEE1BFE7160}" srcOrd="1" destOrd="0" parTransId="{2E88503A-2CBF-4F1D-B4CC-122ADCC50F52}" sibTransId="{B05EB269-A4D2-4D8D-8AD3-E0B8032548B8}"/>
    <dgm:cxn modelId="{03A331A6-487D-4381-B184-5101B0A545C0}" srcId="{94A84C1A-A1EC-45B1-A9E5-8C5677AF84C9}" destId="{78C4B3BC-CAE1-40FA-BA70-405DDCD95FC9}" srcOrd="0" destOrd="0" parTransId="{E07C0BBB-B6FE-4F00-ACDA-A157722093CA}" sibTransId="{39D4ACC0-CEEE-4ADA-B7EE-ED06BD045AC7}"/>
    <dgm:cxn modelId="{FB31FDB9-FAF9-4AC5-A170-7630D9C5577A}" type="presOf" srcId="{529A629C-1DEE-494B-941F-C7A4C94AF279}" destId="{C3A69792-B5FD-4C1C-AC03-5835B01193EB}" srcOrd="0" destOrd="0" presId="urn:microsoft.com/office/officeart/2005/8/layout/list1"/>
    <dgm:cxn modelId="{7885B7C6-E2A8-4417-9395-FB51B8B6564A}" type="presOf" srcId="{78C4B3BC-CAE1-40FA-BA70-405DDCD95FC9}" destId="{5F495025-D172-4A3D-A92E-F48B6F0379B1}" srcOrd="1" destOrd="0" presId="urn:microsoft.com/office/officeart/2005/8/layout/list1"/>
    <dgm:cxn modelId="{D6AC24E6-9F5E-49C9-B290-0F806B6ACD16}" type="presOf" srcId="{529A629C-1DEE-494B-941F-C7A4C94AF279}" destId="{BBA98277-4E51-40E9-83FD-038C2E01E2A5}" srcOrd="1" destOrd="0" presId="urn:microsoft.com/office/officeart/2005/8/layout/list1"/>
    <dgm:cxn modelId="{802705F5-C7CA-48EF-9F2D-3D6EAE8AC85C}" type="presOf" srcId="{0B0E8B06-0655-4BDD-AB23-2BEE1BFE7160}" destId="{E44B75D4-26C4-4B17-B637-D1B56CE8F53C}" srcOrd="1" destOrd="0" presId="urn:microsoft.com/office/officeart/2005/8/layout/list1"/>
    <dgm:cxn modelId="{C3C08419-6F82-40DA-8722-FF542290A9D5}" type="presParOf" srcId="{6DF8FD85-208D-4FF1-8165-11CB1A8588EA}" destId="{6442B27E-CEA7-4C9F-B7A2-477926756487}" srcOrd="0" destOrd="0" presId="urn:microsoft.com/office/officeart/2005/8/layout/list1"/>
    <dgm:cxn modelId="{5F29ADD6-6126-4A35-98DA-ACE0CA84AB67}" type="presParOf" srcId="{6442B27E-CEA7-4C9F-B7A2-477926756487}" destId="{E9FAA87F-30F6-4F36-8DFD-F3E4273651B5}" srcOrd="0" destOrd="0" presId="urn:microsoft.com/office/officeart/2005/8/layout/list1"/>
    <dgm:cxn modelId="{E4B92CEC-EFC7-40D3-873B-746F912EFEA2}" type="presParOf" srcId="{6442B27E-CEA7-4C9F-B7A2-477926756487}" destId="{5F495025-D172-4A3D-A92E-F48B6F0379B1}" srcOrd="1" destOrd="0" presId="urn:microsoft.com/office/officeart/2005/8/layout/list1"/>
    <dgm:cxn modelId="{41D0DC69-2EEA-4734-BDD8-4D40AE22E1F7}" type="presParOf" srcId="{6DF8FD85-208D-4FF1-8165-11CB1A8588EA}" destId="{28D236BD-A3DA-47C9-A568-5EA170672AF5}" srcOrd="1" destOrd="0" presId="urn:microsoft.com/office/officeart/2005/8/layout/list1"/>
    <dgm:cxn modelId="{83918BB2-14D7-402B-AD28-81326E1DE218}" type="presParOf" srcId="{6DF8FD85-208D-4FF1-8165-11CB1A8588EA}" destId="{DF07AE7F-0F50-4F5E-9CD4-E9CD243126A5}" srcOrd="2" destOrd="0" presId="urn:microsoft.com/office/officeart/2005/8/layout/list1"/>
    <dgm:cxn modelId="{5B461B80-DC5C-419A-BD48-0B5FEBC21D8D}" type="presParOf" srcId="{6DF8FD85-208D-4FF1-8165-11CB1A8588EA}" destId="{B4A4BB35-99D6-4DC5-9920-8C23F5A71435}" srcOrd="3" destOrd="0" presId="urn:microsoft.com/office/officeart/2005/8/layout/list1"/>
    <dgm:cxn modelId="{148A11C9-5A0B-474E-94E2-1FFC6C473F55}" type="presParOf" srcId="{6DF8FD85-208D-4FF1-8165-11CB1A8588EA}" destId="{9A6F830D-B240-4CD8-B8DB-9F43D53AC77C}" srcOrd="4" destOrd="0" presId="urn:microsoft.com/office/officeart/2005/8/layout/list1"/>
    <dgm:cxn modelId="{5A82B8EC-FA3E-4888-B9F4-1412F6501847}" type="presParOf" srcId="{9A6F830D-B240-4CD8-B8DB-9F43D53AC77C}" destId="{F784788E-3729-4C5D-B0D8-19994C898FA2}" srcOrd="0" destOrd="0" presId="urn:microsoft.com/office/officeart/2005/8/layout/list1"/>
    <dgm:cxn modelId="{63ADCC0C-CCBC-4FAA-968C-6F832FD19726}" type="presParOf" srcId="{9A6F830D-B240-4CD8-B8DB-9F43D53AC77C}" destId="{E44B75D4-26C4-4B17-B637-D1B56CE8F53C}" srcOrd="1" destOrd="0" presId="urn:microsoft.com/office/officeart/2005/8/layout/list1"/>
    <dgm:cxn modelId="{7883AD67-5912-44EA-9B2E-6D777BEC90E7}" type="presParOf" srcId="{6DF8FD85-208D-4FF1-8165-11CB1A8588EA}" destId="{C5C5FAEA-A5BB-4B87-B6AE-ED2D1968FEDB}" srcOrd="5" destOrd="0" presId="urn:microsoft.com/office/officeart/2005/8/layout/list1"/>
    <dgm:cxn modelId="{D033883F-031B-4255-A3C4-C5FAD0A1DC0E}" type="presParOf" srcId="{6DF8FD85-208D-4FF1-8165-11CB1A8588EA}" destId="{20D4B1BA-D465-4F0F-9513-90CA64C1BD67}" srcOrd="6" destOrd="0" presId="urn:microsoft.com/office/officeart/2005/8/layout/list1"/>
    <dgm:cxn modelId="{D3D6F29A-214D-4100-9B54-1378EE535F2B}" type="presParOf" srcId="{6DF8FD85-208D-4FF1-8165-11CB1A8588EA}" destId="{97102334-2C01-4B2A-A0F0-B1D45B7539A0}" srcOrd="7" destOrd="0" presId="urn:microsoft.com/office/officeart/2005/8/layout/list1"/>
    <dgm:cxn modelId="{101F3388-76DD-430A-ADB7-DA663BC82262}" type="presParOf" srcId="{6DF8FD85-208D-4FF1-8165-11CB1A8588EA}" destId="{4E5F5CB3-22C0-41B5-80B7-ED60360240F5}" srcOrd="8" destOrd="0" presId="urn:microsoft.com/office/officeart/2005/8/layout/list1"/>
    <dgm:cxn modelId="{C0F5FFFC-8852-4B5C-BCB9-15684B46BABA}" type="presParOf" srcId="{4E5F5CB3-22C0-41B5-80B7-ED60360240F5}" destId="{C3A69792-B5FD-4C1C-AC03-5835B01193EB}" srcOrd="0" destOrd="0" presId="urn:microsoft.com/office/officeart/2005/8/layout/list1"/>
    <dgm:cxn modelId="{2F69CEA8-FCC7-4DE9-99CB-45F80366514E}" type="presParOf" srcId="{4E5F5CB3-22C0-41B5-80B7-ED60360240F5}" destId="{BBA98277-4E51-40E9-83FD-038C2E01E2A5}" srcOrd="1" destOrd="0" presId="urn:microsoft.com/office/officeart/2005/8/layout/list1"/>
    <dgm:cxn modelId="{A8E655EF-6E7C-4884-8159-C26DAAE343C7}" type="presParOf" srcId="{6DF8FD85-208D-4FF1-8165-11CB1A8588EA}" destId="{56CA2CC3-0124-4166-BE5D-324597F5DAE4}" srcOrd="9" destOrd="0" presId="urn:microsoft.com/office/officeart/2005/8/layout/list1"/>
    <dgm:cxn modelId="{EA5A625A-31FD-4B5C-A91D-7135293FFDA7}" type="presParOf" srcId="{6DF8FD85-208D-4FF1-8165-11CB1A8588EA}" destId="{FB01CBFC-01F0-4D07-A8BB-F339FF128F2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5C0DCDF-5CAE-4C42-B85B-9F021E724100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411033E-C97E-4F01-9E97-0F314C4938F1}">
      <dgm:prSet/>
      <dgm:spPr/>
      <dgm:t>
        <a:bodyPr/>
        <a:lstStyle/>
        <a:p>
          <a:r>
            <a:rPr lang="en-US" dirty="0">
              <a:latin typeface="Perpetua Titling MT" panose="02020502060505020804" pitchFamily="18" charset="0"/>
            </a:rPr>
            <a:t>Naive Bayes </a:t>
          </a:r>
          <a:r>
            <a:rPr lang="en-US" dirty="0" err="1">
              <a:latin typeface="Perpetua Titling MT" panose="02020502060505020804" pitchFamily="18" charset="0"/>
            </a:rPr>
            <a:t>efektif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untuk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klasifikasi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migrain</a:t>
          </a:r>
          <a:endParaRPr lang="en-US" dirty="0">
            <a:latin typeface="Perpetua Titling MT" panose="02020502060505020804" pitchFamily="18" charset="0"/>
          </a:endParaRPr>
        </a:p>
      </dgm:t>
    </dgm:pt>
    <dgm:pt modelId="{6B2D54BF-F9CD-485C-ABAD-81910952CC79}" type="parTrans" cxnId="{FF1E6E93-F88D-42DB-B086-24C9ACB0A2DB}">
      <dgm:prSet/>
      <dgm:spPr/>
      <dgm:t>
        <a:bodyPr/>
        <a:lstStyle/>
        <a:p>
          <a:endParaRPr lang="en-US"/>
        </a:p>
      </dgm:t>
    </dgm:pt>
    <dgm:pt modelId="{73F5A5BB-5EDC-42C1-9C70-DA75BD3087C0}" type="sibTrans" cxnId="{FF1E6E93-F88D-42DB-B086-24C9ACB0A2DB}">
      <dgm:prSet/>
      <dgm:spPr/>
      <dgm:t>
        <a:bodyPr/>
        <a:lstStyle/>
        <a:p>
          <a:endParaRPr lang="en-US"/>
        </a:p>
      </dgm:t>
    </dgm:pt>
    <dgm:pt modelId="{1B1EABBF-C9CB-4C0E-A7B2-F9720853CF77}">
      <dgm:prSet/>
      <dgm:spPr/>
      <dgm:t>
        <a:bodyPr/>
        <a:lstStyle/>
        <a:p>
          <a:r>
            <a:rPr lang="en-US" dirty="0">
              <a:latin typeface="Perpetua Titling MT" panose="02020502060505020804" pitchFamily="18" charset="0"/>
            </a:rPr>
            <a:t>Dataset Kaggle </a:t>
          </a:r>
          <a:r>
            <a:rPr lang="en-US" dirty="0" err="1">
              <a:latin typeface="Perpetua Titling MT" panose="02020502060505020804" pitchFamily="18" charset="0"/>
            </a:rPr>
            <a:t>sesuai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untuk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penelitian</a:t>
          </a:r>
          <a:endParaRPr lang="en-US" dirty="0">
            <a:latin typeface="Perpetua Titling MT" panose="02020502060505020804" pitchFamily="18" charset="0"/>
          </a:endParaRPr>
        </a:p>
      </dgm:t>
    </dgm:pt>
    <dgm:pt modelId="{38827DED-AB31-4F3F-9CD7-551B934D6902}" type="parTrans" cxnId="{B5CD6B89-9EFF-4AB8-8117-1FF7A37A33A8}">
      <dgm:prSet/>
      <dgm:spPr/>
      <dgm:t>
        <a:bodyPr/>
        <a:lstStyle/>
        <a:p>
          <a:endParaRPr lang="en-US"/>
        </a:p>
      </dgm:t>
    </dgm:pt>
    <dgm:pt modelId="{BFCDB149-0977-4EBE-B7D8-36ACD007ACD9}" type="sibTrans" cxnId="{B5CD6B89-9EFF-4AB8-8117-1FF7A37A33A8}">
      <dgm:prSet/>
      <dgm:spPr/>
      <dgm:t>
        <a:bodyPr/>
        <a:lstStyle/>
        <a:p>
          <a:endParaRPr lang="en-US"/>
        </a:p>
      </dgm:t>
    </dgm:pt>
    <dgm:pt modelId="{B91D5D4A-D5DD-495F-8839-2FC82CCF110C}">
      <dgm:prSet/>
      <dgm:spPr/>
      <dgm:t>
        <a:bodyPr/>
        <a:lstStyle/>
        <a:p>
          <a:r>
            <a:rPr lang="en-US" dirty="0">
              <a:latin typeface="Perpetua Titling MT" panose="02020502060505020804" pitchFamily="18" charset="0"/>
            </a:rPr>
            <a:t>Model </a:t>
          </a:r>
          <a:r>
            <a:rPr lang="en-US" dirty="0" err="1">
              <a:latin typeface="Perpetua Titling MT" panose="02020502060505020804" pitchFamily="18" charset="0"/>
            </a:rPr>
            <a:t>menunjukkan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performa</a:t>
          </a:r>
          <a:r>
            <a:rPr lang="en-US" dirty="0">
              <a:latin typeface="Perpetua Titling MT" panose="02020502060505020804" pitchFamily="18" charset="0"/>
            </a:rPr>
            <a:t> </a:t>
          </a:r>
          <a:r>
            <a:rPr lang="en-US" dirty="0" err="1">
              <a:latin typeface="Perpetua Titling MT" panose="02020502060505020804" pitchFamily="18" charset="0"/>
            </a:rPr>
            <a:t>tinggi</a:t>
          </a:r>
          <a:endParaRPr lang="en-US" dirty="0">
            <a:latin typeface="Perpetua Titling MT" panose="02020502060505020804" pitchFamily="18" charset="0"/>
          </a:endParaRPr>
        </a:p>
      </dgm:t>
    </dgm:pt>
    <dgm:pt modelId="{A554D06B-751B-4188-857C-1982A4240E73}" type="parTrans" cxnId="{84790A9F-6C00-48B2-8309-B2423E85FE8F}">
      <dgm:prSet/>
      <dgm:spPr/>
      <dgm:t>
        <a:bodyPr/>
        <a:lstStyle/>
        <a:p>
          <a:endParaRPr lang="en-US"/>
        </a:p>
      </dgm:t>
    </dgm:pt>
    <dgm:pt modelId="{2D81ACA4-3576-47DA-9877-E98E08B460C9}" type="sibTrans" cxnId="{84790A9F-6C00-48B2-8309-B2423E85FE8F}">
      <dgm:prSet/>
      <dgm:spPr/>
      <dgm:t>
        <a:bodyPr/>
        <a:lstStyle/>
        <a:p>
          <a:endParaRPr lang="en-US"/>
        </a:p>
      </dgm:t>
    </dgm:pt>
    <dgm:pt modelId="{A4B9F366-94D9-476D-90F6-56171008BDB8}" type="pres">
      <dgm:prSet presAssocID="{D5C0DCDF-5CAE-4C42-B85B-9F021E724100}" presName="diagram" presStyleCnt="0">
        <dgm:presLayoutVars>
          <dgm:dir/>
          <dgm:resizeHandles val="exact"/>
        </dgm:presLayoutVars>
      </dgm:prSet>
      <dgm:spPr/>
    </dgm:pt>
    <dgm:pt modelId="{9E11F2EA-3DCC-4D15-8160-B202F951F837}" type="pres">
      <dgm:prSet presAssocID="{0411033E-C97E-4F01-9E97-0F314C4938F1}" presName="node" presStyleLbl="node1" presStyleIdx="0" presStyleCnt="3">
        <dgm:presLayoutVars>
          <dgm:bulletEnabled val="1"/>
        </dgm:presLayoutVars>
      </dgm:prSet>
      <dgm:spPr/>
    </dgm:pt>
    <dgm:pt modelId="{E9DB4745-E00E-48E5-A446-0DDC6FC6A113}" type="pres">
      <dgm:prSet presAssocID="{73F5A5BB-5EDC-42C1-9C70-DA75BD3087C0}" presName="sibTrans" presStyleLbl="sibTrans2D1" presStyleIdx="0" presStyleCnt="2"/>
      <dgm:spPr/>
    </dgm:pt>
    <dgm:pt modelId="{01842A76-6786-403B-B1A5-E8A9F7A1323F}" type="pres">
      <dgm:prSet presAssocID="{73F5A5BB-5EDC-42C1-9C70-DA75BD3087C0}" presName="connectorText" presStyleLbl="sibTrans2D1" presStyleIdx="0" presStyleCnt="2"/>
      <dgm:spPr/>
    </dgm:pt>
    <dgm:pt modelId="{99E69C25-65D0-4A1F-A310-F81EA5F126D5}" type="pres">
      <dgm:prSet presAssocID="{1B1EABBF-C9CB-4C0E-A7B2-F9720853CF77}" presName="node" presStyleLbl="node1" presStyleIdx="1" presStyleCnt="3">
        <dgm:presLayoutVars>
          <dgm:bulletEnabled val="1"/>
        </dgm:presLayoutVars>
      </dgm:prSet>
      <dgm:spPr/>
    </dgm:pt>
    <dgm:pt modelId="{57E4F437-154D-47BD-94B6-BB6BC3AA2F85}" type="pres">
      <dgm:prSet presAssocID="{BFCDB149-0977-4EBE-B7D8-36ACD007ACD9}" presName="sibTrans" presStyleLbl="sibTrans2D1" presStyleIdx="1" presStyleCnt="2"/>
      <dgm:spPr/>
    </dgm:pt>
    <dgm:pt modelId="{9B2B633F-064A-42C6-92E7-161219D4360D}" type="pres">
      <dgm:prSet presAssocID="{BFCDB149-0977-4EBE-B7D8-36ACD007ACD9}" presName="connectorText" presStyleLbl="sibTrans2D1" presStyleIdx="1" presStyleCnt="2"/>
      <dgm:spPr/>
    </dgm:pt>
    <dgm:pt modelId="{680C4446-42DE-452F-B799-02A750F29CF5}" type="pres">
      <dgm:prSet presAssocID="{B91D5D4A-D5DD-495F-8839-2FC82CCF110C}" presName="node" presStyleLbl="node1" presStyleIdx="2" presStyleCnt="3">
        <dgm:presLayoutVars>
          <dgm:bulletEnabled val="1"/>
        </dgm:presLayoutVars>
      </dgm:prSet>
      <dgm:spPr/>
    </dgm:pt>
  </dgm:ptLst>
  <dgm:cxnLst>
    <dgm:cxn modelId="{3F0F7001-F981-420A-8B40-A8706DF18703}" type="presOf" srcId="{B91D5D4A-D5DD-495F-8839-2FC82CCF110C}" destId="{680C4446-42DE-452F-B799-02A750F29CF5}" srcOrd="0" destOrd="0" presId="urn:microsoft.com/office/officeart/2005/8/layout/process5"/>
    <dgm:cxn modelId="{A71DA914-B3A3-4AD3-85FB-64DA601C5B3E}" type="presOf" srcId="{1B1EABBF-C9CB-4C0E-A7B2-F9720853CF77}" destId="{99E69C25-65D0-4A1F-A310-F81EA5F126D5}" srcOrd="0" destOrd="0" presId="urn:microsoft.com/office/officeart/2005/8/layout/process5"/>
    <dgm:cxn modelId="{2DE01735-3163-4927-A283-5A04D69CFF0F}" type="presOf" srcId="{73F5A5BB-5EDC-42C1-9C70-DA75BD3087C0}" destId="{E9DB4745-E00E-48E5-A446-0DDC6FC6A113}" srcOrd="0" destOrd="0" presId="urn:microsoft.com/office/officeart/2005/8/layout/process5"/>
    <dgm:cxn modelId="{B5CD6B89-9EFF-4AB8-8117-1FF7A37A33A8}" srcId="{D5C0DCDF-5CAE-4C42-B85B-9F021E724100}" destId="{1B1EABBF-C9CB-4C0E-A7B2-F9720853CF77}" srcOrd="1" destOrd="0" parTransId="{38827DED-AB31-4F3F-9CD7-551B934D6902}" sibTransId="{BFCDB149-0977-4EBE-B7D8-36ACD007ACD9}"/>
    <dgm:cxn modelId="{FF1E6E93-F88D-42DB-B086-24C9ACB0A2DB}" srcId="{D5C0DCDF-5CAE-4C42-B85B-9F021E724100}" destId="{0411033E-C97E-4F01-9E97-0F314C4938F1}" srcOrd="0" destOrd="0" parTransId="{6B2D54BF-F9CD-485C-ABAD-81910952CC79}" sibTransId="{73F5A5BB-5EDC-42C1-9C70-DA75BD3087C0}"/>
    <dgm:cxn modelId="{21617193-6A34-4BF3-AA8B-32DEB7164064}" type="presOf" srcId="{D5C0DCDF-5CAE-4C42-B85B-9F021E724100}" destId="{A4B9F366-94D9-476D-90F6-56171008BDB8}" srcOrd="0" destOrd="0" presId="urn:microsoft.com/office/officeart/2005/8/layout/process5"/>
    <dgm:cxn modelId="{68204C99-D9B7-445A-841E-5F9007D204BE}" type="presOf" srcId="{0411033E-C97E-4F01-9E97-0F314C4938F1}" destId="{9E11F2EA-3DCC-4D15-8160-B202F951F837}" srcOrd="0" destOrd="0" presId="urn:microsoft.com/office/officeart/2005/8/layout/process5"/>
    <dgm:cxn modelId="{84790A9F-6C00-48B2-8309-B2423E85FE8F}" srcId="{D5C0DCDF-5CAE-4C42-B85B-9F021E724100}" destId="{B91D5D4A-D5DD-495F-8839-2FC82CCF110C}" srcOrd="2" destOrd="0" parTransId="{A554D06B-751B-4188-857C-1982A4240E73}" sibTransId="{2D81ACA4-3576-47DA-9877-E98E08B460C9}"/>
    <dgm:cxn modelId="{337F16B6-D9DE-4015-A299-D3E998CF78E7}" type="presOf" srcId="{BFCDB149-0977-4EBE-B7D8-36ACD007ACD9}" destId="{57E4F437-154D-47BD-94B6-BB6BC3AA2F85}" srcOrd="0" destOrd="0" presId="urn:microsoft.com/office/officeart/2005/8/layout/process5"/>
    <dgm:cxn modelId="{880200B7-983A-4C50-8BC0-9C69E8F7F08C}" type="presOf" srcId="{BFCDB149-0977-4EBE-B7D8-36ACD007ACD9}" destId="{9B2B633F-064A-42C6-92E7-161219D4360D}" srcOrd="1" destOrd="0" presId="urn:microsoft.com/office/officeart/2005/8/layout/process5"/>
    <dgm:cxn modelId="{573F4DDB-710A-43E6-8BFA-E1EDC7FC3ABC}" type="presOf" srcId="{73F5A5BB-5EDC-42C1-9C70-DA75BD3087C0}" destId="{01842A76-6786-403B-B1A5-E8A9F7A1323F}" srcOrd="1" destOrd="0" presId="urn:microsoft.com/office/officeart/2005/8/layout/process5"/>
    <dgm:cxn modelId="{38FFA846-A50A-4974-B62D-AECE8B20E4C2}" type="presParOf" srcId="{A4B9F366-94D9-476D-90F6-56171008BDB8}" destId="{9E11F2EA-3DCC-4D15-8160-B202F951F837}" srcOrd="0" destOrd="0" presId="urn:microsoft.com/office/officeart/2005/8/layout/process5"/>
    <dgm:cxn modelId="{BD034B2D-A704-4475-A0B4-4B1F1571D1B8}" type="presParOf" srcId="{A4B9F366-94D9-476D-90F6-56171008BDB8}" destId="{E9DB4745-E00E-48E5-A446-0DDC6FC6A113}" srcOrd="1" destOrd="0" presId="urn:microsoft.com/office/officeart/2005/8/layout/process5"/>
    <dgm:cxn modelId="{9AA9681C-638F-4601-A4D5-E76070400B24}" type="presParOf" srcId="{E9DB4745-E00E-48E5-A446-0DDC6FC6A113}" destId="{01842A76-6786-403B-B1A5-E8A9F7A1323F}" srcOrd="0" destOrd="0" presId="urn:microsoft.com/office/officeart/2005/8/layout/process5"/>
    <dgm:cxn modelId="{847CD668-BE56-4966-81D0-A6A9CDBB9154}" type="presParOf" srcId="{A4B9F366-94D9-476D-90F6-56171008BDB8}" destId="{99E69C25-65D0-4A1F-A310-F81EA5F126D5}" srcOrd="2" destOrd="0" presId="urn:microsoft.com/office/officeart/2005/8/layout/process5"/>
    <dgm:cxn modelId="{254CD67D-A7F9-44D6-90CE-BB55642F1931}" type="presParOf" srcId="{A4B9F366-94D9-476D-90F6-56171008BDB8}" destId="{57E4F437-154D-47BD-94B6-BB6BC3AA2F85}" srcOrd="3" destOrd="0" presId="urn:microsoft.com/office/officeart/2005/8/layout/process5"/>
    <dgm:cxn modelId="{8E4A5359-B862-47D2-A883-C61817251E02}" type="presParOf" srcId="{57E4F437-154D-47BD-94B6-BB6BC3AA2F85}" destId="{9B2B633F-064A-42C6-92E7-161219D4360D}" srcOrd="0" destOrd="0" presId="urn:microsoft.com/office/officeart/2005/8/layout/process5"/>
    <dgm:cxn modelId="{77CF4AB9-E235-46FB-B5F8-16BE829AA64B}" type="presParOf" srcId="{A4B9F366-94D9-476D-90F6-56171008BDB8}" destId="{680C4446-42DE-452F-B799-02A750F29CF5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83E8D50-4B34-406C-9ADA-1246D1834CD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EF74B0-5655-4DAC-AC05-62BE619C1E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Perpetua Titling MT" panose="02020502060505020804" pitchFamily="18" charset="0"/>
            </a:rPr>
            <a:t>GitHub Repository</a:t>
          </a:r>
        </a:p>
      </dgm:t>
    </dgm:pt>
    <dgm:pt modelId="{C79878C0-A78A-46A7-B394-7BBFC1CE8D09}" type="parTrans" cxnId="{87A644E7-3D03-4BBC-B586-8738E4CE1161}">
      <dgm:prSet/>
      <dgm:spPr/>
      <dgm:t>
        <a:bodyPr/>
        <a:lstStyle/>
        <a:p>
          <a:endParaRPr lang="en-US"/>
        </a:p>
      </dgm:t>
    </dgm:pt>
    <dgm:pt modelId="{336E9C60-148D-489F-B868-6E85BDC7E9A6}" type="sibTrans" cxnId="{87A644E7-3D03-4BBC-B586-8738E4CE1161}">
      <dgm:prSet/>
      <dgm:spPr/>
      <dgm:t>
        <a:bodyPr/>
        <a:lstStyle/>
        <a:p>
          <a:endParaRPr lang="en-US"/>
        </a:p>
      </dgm:t>
    </dgm:pt>
    <dgm:pt modelId="{CA6BCD27-A759-432C-BA0C-2E20425C3F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Perpetua Titling MT" panose="02020502060505020804" pitchFamily="18" charset="0"/>
            </a:rPr>
            <a:t>Google </a:t>
          </a:r>
          <a:r>
            <a:rPr lang="en-US" dirty="0" err="1">
              <a:latin typeface="Perpetua Titling MT" panose="02020502060505020804" pitchFamily="18" charset="0"/>
            </a:rPr>
            <a:t>Colab</a:t>
          </a:r>
          <a:r>
            <a:rPr lang="en-US" dirty="0">
              <a:latin typeface="Perpetua Titling MT" panose="02020502060505020804" pitchFamily="18" charset="0"/>
            </a:rPr>
            <a:t> Notebook</a:t>
          </a:r>
        </a:p>
      </dgm:t>
    </dgm:pt>
    <dgm:pt modelId="{60115919-C3DC-4711-9AE0-3D356FA1B3F3}" type="parTrans" cxnId="{D3E5812E-F657-4A1F-9BAE-58E5760C9166}">
      <dgm:prSet/>
      <dgm:spPr/>
      <dgm:t>
        <a:bodyPr/>
        <a:lstStyle/>
        <a:p>
          <a:endParaRPr lang="en-US"/>
        </a:p>
      </dgm:t>
    </dgm:pt>
    <dgm:pt modelId="{C883A91A-EBB2-42CA-A81F-1A750CB31ADB}" type="sibTrans" cxnId="{D3E5812E-F657-4A1F-9BAE-58E5760C9166}">
      <dgm:prSet/>
      <dgm:spPr/>
      <dgm:t>
        <a:bodyPr/>
        <a:lstStyle/>
        <a:p>
          <a:endParaRPr lang="en-US"/>
        </a:p>
      </dgm:t>
    </dgm:pt>
    <dgm:pt modelId="{02A1B280-B44E-42FA-A6C5-8E3BED8F79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Perpetua Titling MT" panose="02020502060505020804" pitchFamily="18" charset="0"/>
            </a:rPr>
            <a:t>YouTube </a:t>
          </a:r>
          <a:r>
            <a:rPr lang="en-US" dirty="0" err="1">
              <a:latin typeface="Perpetua Titling MT" panose="02020502060505020804" pitchFamily="18" charset="0"/>
            </a:rPr>
            <a:t>Presentasi</a:t>
          </a:r>
          <a:endParaRPr lang="en-US" dirty="0">
            <a:latin typeface="Perpetua Titling MT" panose="02020502060505020804" pitchFamily="18" charset="0"/>
          </a:endParaRPr>
        </a:p>
      </dgm:t>
    </dgm:pt>
    <dgm:pt modelId="{519391A6-34A2-4944-BA17-0F7E2C08CA3E}" type="parTrans" cxnId="{2A0B63B9-8B90-49E6-8213-6A9DF48E59CD}">
      <dgm:prSet/>
      <dgm:spPr/>
      <dgm:t>
        <a:bodyPr/>
        <a:lstStyle/>
        <a:p>
          <a:endParaRPr lang="en-US"/>
        </a:p>
      </dgm:t>
    </dgm:pt>
    <dgm:pt modelId="{D2039C2E-77B6-4743-A37C-DC58A1498810}" type="sibTrans" cxnId="{2A0B63B9-8B90-49E6-8213-6A9DF48E59CD}">
      <dgm:prSet/>
      <dgm:spPr/>
      <dgm:t>
        <a:bodyPr/>
        <a:lstStyle/>
        <a:p>
          <a:endParaRPr lang="en-US"/>
        </a:p>
      </dgm:t>
    </dgm:pt>
    <dgm:pt modelId="{8DED0D0C-C742-4B83-BE29-C97288B2D56E}" type="pres">
      <dgm:prSet presAssocID="{283E8D50-4B34-406C-9ADA-1246D1834CD8}" presName="root" presStyleCnt="0">
        <dgm:presLayoutVars>
          <dgm:dir/>
          <dgm:resizeHandles val="exact"/>
        </dgm:presLayoutVars>
      </dgm:prSet>
      <dgm:spPr/>
    </dgm:pt>
    <dgm:pt modelId="{BAF9C60B-5BF4-48DC-9252-9C79F05DFA5C}" type="pres">
      <dgm:prSet presAssocID="{B5EF74B0-5655-4DAC-AC05-62BE619C1E54}" presName="compNode" presStyleCnt="0"/>
      <dgm:spPr/>
    </dgm:pt>
    <dgm:pt modelId="{DF26D7B8-B653-4A85-A34D-5F1352B8D6E4}" type="pres">
      <dgm:prSet presAssocID="{B5EF74B0-5655-4DAC-AC05-62BE619C1E5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477AAD7-A0DA-4AD5-9399-60298111EB56}" type="pres">
      <dgm:prSet presAssocID="{B5EF74B0-5655-4DAC-AC05-62BE619C1E54}" presName="spaceRect" presStyleCnt="0"/>
      <dgm:spPr/>
    </dgm:pt>
    <dgm:pt modelId="{4DC25BD0-75D4-49D3-864B-32226E0509DA}" type="pres">
      <dgm:prSet presAssocID="{B5EF74B0-5655-4DAC-AC05-62BE619C1E54}" presName="textRect" presStyleLbl="revTx" presStyleIdx="0" presStyleCnt="3">
        <dgm:presLayoutVars>
          <dgm:chMax val="1"/>
          <dgm:chPref val="1"/>
        </dgm:presLayoutVars>
      </dgm:prSet>
      <dgm:spPr/>
    </dgm:pt>
    <dgm:pt modelId="{D9373DB6-A245-496C-9A41-D85E808B5F1A}" type="pres">
      <dgm:prSet presAssocID="{336E9C60-148D-489F-B868-6E85BDC7E9A6}" presName="sibTrans" presStyleCnt="0"/>
      <dgm:spPr/>
    </dgm:pt>
    <dgm:pt modelId="{9F1986BD-A8AB-4A65-A75B-41DD6FD4EF9A}" type="pres">
      <dgm:prSet presAssocID="{CA6BCD27-A759-432C-BA0C-2E20425C3FA7}" presName="compNode" presStyleCnt="0"/>
      <dgm:spPr/>
    </dgm:pt>
    <dgm:pt modelId="{FF1A8157-C204-45E2-B6BE-92645DB597FA}" type="pres">
      <dgm:prSet presAssocID="{CA6BCD27-A759-432C-BA0C-2E20425C3FA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17DD561B-7FDE-477E-B1F3-A29084B0A4AD}" type="pres">
      <dgm:prSet presAssocID="{CA6BCD27-A759-432C-BA0C-2E20425C3FA7}" presName="spaceRect" presStyleCnt="0"/>
      <dgm:spPr/>
    </dgm:pt>
    <dgm:pt modelId="{EF228FC2-E66E-4D7B-9C89-3270E441AE1B}" type="pres">
      <dgm:prSet presAssocID="{CA6BCD27-A759-432C-BA0C-2E20425C3FA7}" presName="textRect" presStyleLbl="revTx" presStyleIdx="1" presStyleCnt="3">
        <dgm:presLayoutVars>
          <dgm:chMax val="1"/>
          <dgm:chPref val="1"/>
        </dgm:presLayoutVars>
      </dgm:prSet>
      <dgm:spPr/>
    </dgm:pt>
    <dgm:pt modelId="{759937CB-7431-4AF0-9C6C-B062B6F6B116}" type="pres">
      <dgm:prSet presAssocID="{C883A91A-EBB2-42CA-A81F-1A750CB31ADB}" presName="sibTrans" presStyleCnt="0"/>
      <dgm:spPr/>
    </dgm:pt>
    <dgm:pt modelId="{2BAE5C0B-D36F-42C6-BDC9-92BF6AC63F4A}" type="pres">
      <dgm:prSet presAssocID="{02A1B280-B44E-42FA-A6C5-8E3BED8F7912}" presName="compNode" presStyleCnt="0"/>
      <dgm:spPr/>
    </dgm:pt>
    <dgm:pt modelId="{04D5B887-DE53-45D4-BB8B-52FCBEBA1EB1}" type="pres">
      <dgm:prSet presAssocID="{02A1B280-B44E-42FA-A6C5-8E3BED8F791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"/>
        </a:ext>
      </dgm:extLst>
    </dgm:pt>
    <dgm:pt modelId="{4F3BFEF7-4447-4116-9E73-E9764FA24EBD}" type="pres">
      <dgm:prSet presAssocID="{02A1B280-B44E-42FA-A6C5-8E3BED8F7912}" presName="spaceRect" presStyleCnt="0"/>
      <dgm:spPr/>
    </dgm:pt>
    <dgm:pt modelId="{3416350E-E5A9-4A7F-8C0D-1686A398A9D2}" type="pres">
      <dgm:prSet presAssocID="{02A1B280-B44E-42FA-A6C5-8E3BED8F791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7E03516-0251-4982-AE3A-EAD110160B4B}" type="presOf" srcId="{B5EF74B0-5655-4DAC-AC05-62BE619C1E54}" destId="{4DC25BD0-75D4-49D3-864B-32226E0509DA}" srcOrd="0" destOrd="0" presId="urn:microsoft.com/office/officeart/2018/2/layout/IconLabelList"/>
    <dgm:cxn modelId="{9BB82021-55CB-43D7-B9EF-55FE248A557B}" type="presOf" srcId="{02A1B280-B44E-42FA-A6C5-8E3BED8F7912}" destId="{3416350E-E5A9-4A7F-8C0D-1686A398A9D2}" srcOrd="0" destOrd="0" presId="urn:microsoft.com/office/officeart/2018/2/layout/IconLabelList"/>
    <dgm:cxn modelId="{112EEF21-D03B-49D8-A78A-4D97381B8DB7}" type="presOf" srcId="{283E8D50-4B34-406C-9ADA-1246D1834CD8}" destId="{8DED0D0C-C742-4B83-BE29-C97288B2D56E}" srcOrd="0" destOrd="0" presId="urn:microsoft.com/office/officeart/2018/2/layout/IconLabelList"/>
    <dgm:cxn modelId="{D3E5812E-F657-4A1F-9BAE-58E5760C9166}" srcId="{283E8D50-4B34-406C-9ADA-1246D1834CD8}" destId="{CA6BCD27-A759-432C-BA0C-2E20425C3FA7}" srcOrd="1" destOrd="0" parTransId="{60115919-C3DC-4711-9AE0-3D356FA1B3F3}" sibTransId="{C883A91A-EBB2-42CA-A81F-1A750CB31ADB}"/>
    <dgm:cxn modelId="{2A0B63B9-8B90-49E6-8213-6A9DF48E59CD}" srcId="{283E8D50-4B34-406C-9ADA-1246D1834CD8}" destId="{02A1B280-B44E-42FA-A6C5-8E3BED8F7912}" srcOrd="2" destOrd="0" parTransId="{519391A6-34A2-4944-BA17-0F7E2C08CA3E}" sibTransId="{D2039C2E-77B6-4743-A37C-DC58A1498810}"/>
    <dgm:cxn modelId="{87A644E7-3D03-4BBC-B586-8738E4CE1161}" srcId="{283E8D50-4B34-406C-9ADA-1246D1834CD8}" destId="{B5EF74B0-5655-4DAC-AC05-62BE619C1E54}" srcOrd="0" destOrd="0" parTransId="{C79878C0-A78A-46A7-B394-7BBFC1CE8D09}" sibTransId="{336E9C60-148D-489F-B868-6E85BDC7E9A6}"/>
    <dgm:cxn modelId="{E824A3F7-32DB-4804-8563-97C048D1B066}" type="presOf" srcId="{CA6BCD27-A759-432C-BA0C-2E20425C3FA7}" destId="{EF228FC2-E66E-4D7B-9C89-3270E441AE1B}" srcOrd="0" destOrd="0" presId="urn:microsoft.com/office/officeart/2018/2/layout/IconLabelList"/>
    <dgm:cxn modelId="{F1463886-23E6-46BF-9F8D-4D07BA5F273E}" type="presParOf" srcId="{8DED0D0C-C742-4B83-BE29-C97288B2D56E}" destId="{BAF9C60B-5BF4-48DC-9252-9C79F05DFA5C}" srcOrd="0" destOrd="0" presId="urn:microsoft.com/office/officeart/2018/2/layout/IconLabelList"/>
    <dgm:cxn modelId="{002FC26A-7B63-46D2-A34B-E73161B8903B}" type="presParOf" srcId="{BAF9C60B-5BF4-48DC-9252-9C79F05DFA5C}" destId="{DF26D7B8-B653-4A85-A34D-5F1352B8D6E4}" srcOrd="0" destOrd="0" presId="urn:microsoft.com/office/officeart/2018/2/layout/IconLabelList"/>
    <dgm:cxn modelId="{DBFB777B-E07D-416A-96C1-8F4467EDF1D6}" type="presParOf" srcId="{BAF9C60B-5BF4-48DC-9252-9C79F05DFA5C}" destId="{0477AAD7-A0DA-4AD5-9399-60298111EB56}" srcOrd="1" destOrd="0" presId="urn:microsoft.com/office/officeart/2018/2/layout/IconLabelList"/>
    <dgm:cxn modelId="{2427A490-D300-4487-8B05-0FAA029E4B30}" type="presParOf" srcId="{BAF9C60B-5BF4-48DC-9252-9C79F05DFA5C}" destId="{4DC25BD0-75D4-49D3-864B-32226E0509DA}" srcOrd="2" destOrd="0" presId="urn:microsoft.com/office/officeart/2018/2/layout/IconLabelList"/>
    <dgm:cxn modelId="{21055995-2232-4C7C-825E-BA18915B7D78}" type="presParOf" srcId="{8DED0D0C-C742-4B83-BE29-C97288B2D56E}" destId="{D9373DB6-A245-496C-9A41-D85E808B5F1A}" srcOrd="1" destOrd="0" presId="urn:microsoft.com/office/officeart/2018/2/layout/IconLabelList"/>
    <dgm:cxn modelId="{8A559961-8DEE-4657-B585-F84A876A64AC}" type="presParOf" srcId="{8DED0D0C-C742-4B83-BE29-C97288B2D56E}" destId="{9F1986BD-A8AB-4A65-A75B-41DD6FD4EF9A}" srcOrd="2" destOrd="0" presId="urn:microsoft.com/office/officeart/2018/2/layout/IconLabelList"/>
    <dgm:cxn modelId="{E9D47882-F47B-48EE-8268-93B2B0F7485C}" type="presParOf" srcId="{9F1986BD-A8AB-4A65-A75B-41DD6FD4EF9A}" destId="{FF1A8157-C204-45E2-B6BE-92645DB597FA}" srcOrd="0" destOrd="0" presId="urn:microsoft.com/office/officeart/2018/2/layout/IconLabelList"/>
    <dgm:cxn modelId="{1B9068B1-A82F-44C7-9DBC-8A9811459C07}" type="presParOf" srcId="{9F1986BD-A8AB-4A65-A75B-41DD6FD4EF9A}" destId="{17DD561B-7FDE-477E-B1F3-A29084B0A4AD}" srcOrd="1" destOrd="0" presId="urn:microsoft.com/office/officeart/2018/2/layout/IconLabelList"/>
    <dgm:cxn modelId="{5247887F-876F-47B5-BE54-3E001D292EBC}" type="presParOf" srcId="{9F1986BD-A8AB-4A65-A75B-41DD6FD4EF9A}" destId="{EF228FC2-E66E-4D7B-9C89-3270E441AE1B}" srcOrd="2" destOrd="0" presId="urn:microsoft.com/office/officeart/2018/2/layout/IconLabelList"/>
    <dgm:cxn modelId="{D2FC0E4E-5CB7-4CD7-B3A3-B251753FD8E8}" type="presParOf" srcId="{8DED0D0C-C742-4B83-BE29-C97288B2D56E}" destId="{759937CB-7431-4AF0-9C6C-B062B6F6B116}" srcOrd="3" destOrd="0" presId="urn:microsoft.com/office/officeart/2018/2/layout/IconLabelList"/>
    <dgm:cxn modelId="{276A8086-F38C-43E4-8701-A88AAC1CF586}" type="presParOf" srcId="{8DED0D0C-C742-4B83-BE29-C97288B2D56E}" destId="{2BAE5C0B-D36F-42C6-BDC9-92BF6AC63F4A}" srcOrd="4" destOrd="0" presId="urn:microsoft.com/office/officeart/2018/2/layout/IconLabelList"/>
    <dgm:cxn modelId="{48905A42-2737-4B20-B1FA-9DB46F68A2D7}" type="presParOf" srcId="{2BAE5C0B-D36F-42C6-BDC9-92BF6AC63F4A}" destId="{04D5B887-DE53-45D4-BB8B-52FCBEBA1EB1}" srcOrd="0" destOrd="0" presId="urn:microsoft.com/office/officeart/2018/2/layout/IconLabelList"/>
    <dgm:cxn modelId="{DC8B002F-FA35-430F-AC58-43E7D02B977D}" type="presParOf" srcId="{2BAE5C0B-D36F-42C6-BDC9-92BF6AC63F4A}" destId="{4F3BFEF7-4447-4116-9E73-E9764FA24EBD}" srcOrd="1" destOrd="0" presId="urn:microsoft.com/office/officeart/2018/2/layout/IconLabelList"/>
    <dgm:cxn modelId="{4C22EB46-3A71-4228-AFA0-E7B48542532C}" type="presParOf" srcId="{2BAE5C0B-D36F-42C6-BDC9-92BF6AC63F4A}" destId="{3416350E-E5A9-4A7F-8C0D-1686A398A9D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85374D-C407-4834-A350-37A11292803E}">
      <dsp:nvSpPr>
        <dsp:cNvPr id="0" name=""/>
        <dsp:cNvSpPr/>
      </dsp:nvSpPr>
      <dsp:spPr>
        <a:xfrm>
          <a:off x="0" y="42887"/>
          <a:ext cx="3856434" cy="1725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>
              <a:latin typeface="Perpetua Titling MT" panose="02020502060505020804" pitchFamily="18" charset="0"/>
            </a:rPr>
            <a:t>Migrain</a:t>
          </a:r>
          <a:r>
            <a:rPr lang="en-US" sz="2500" kern="1200" dirty="0">
              <a:latin typeface="Perpetua Titling MT" panose="02020502060505020804" pitchFamily="18" charset="0"/>
            </a:rPr>
            <a:t> </a:t>
          </a:r>
          <a:r>
            <a:rPr lang="en-US" sz="2500" kern="1200" dirty="0" err="1">
              <a:latin typeface="Perpetua Titling MT" panose="02020502060505020804" pitchFamily="18" charset="0"/>
            </a:rPr>
            <a:t>merupakan</a:t>
          </a:r>
          <a:r>
            <a:rPr lang="en-US" sz="2500" kern="1200" dirty="0">
              <a:latin typeface="Perpetua Titling MT" panose="02020502060505020804" pitchFamily="18" charset="0"/>
            </a:rPr>
            <a:t> </a:t>
          </a:r>
          <a:r>
            <a:rPr lang="en-US" sz="2500" kern="1200" dirty="0" err="1">
              <a:latin typeface="Perpetua Titling MT" panose="02020502060505020804" pitchFamily="18" charset="0"/>
            </a:rPr>
            <a:t>gangguan</a:t>
          </a:r>
          <a:r>
            <a:rPr lang="en-US" sz="2500" kern="1200" dirty="0">
              <a:latin typeface="Perpetua Titling MT" panose="02020502060505020804" pitchFamily="18" charset="0"/>
            </a:rPr>
            <a:t> </a:t>
          </a:r>
          <a:r>
            <a:rPr lang="en-US" sz="2500" kern="1200" dirty="0" err="1">
              <a:latin typeface="Perpetua Titling MT" panose="02020502060505020804" pitchFamily="18" charset="0"/>
            </a:rPr>
            <a:t>neurologis</a:t>
          </a:r>
          <a:r>
            <a:rPr lang="en-US" sz="2500" kern="1200" dirty="0">
              <a:latin typeface="Perpetua Titling MT" panose="02020502060505020804" pitchFamily="18" charset="0"/>
            </a:rPr>
            <a:t> yang </a:t>
          </a:r>
          <a:r>
            <a:rPr lang="en-US" sz="2500" kern="1200" dirty="0" err="1">
              <a:latin typeface="Perpetua Titling MT" panose="02020502060505020804" pitchFamily="18" charset="0"/>
            </a:rPr>
            <a:t>umum</a:t>
          </a:r>
          <a:endParaRPr lang="en-US" sz="2500" kern="1200" dirty="0">
            <a:latin typeface="Perpetua Titling MT" panose="02020502060505020804" pitchFamily="18" charset="0"/>
          </a:endParaRPr>
        </a:p>
      </dsp:txBody>
      <dsp:txXfrm>
        <a:off x="84244" y="127131"/>
        <a:ext cx="3687946" cy="1557262"/>
      </dsp:txXfrm>
    </dsp:sp>
    <dsp:sp modelId="{A0A2DCEF-C21A-4B3E-B66B-9E1684948AA3}">
      <dsp:nvSpPr>
        <dsp:cNvPr id="0" name=""/>
        <dsp:cNvSpPr/>
      </dsp:nvSpPr>
      <dsp:spPr>
        <a:xfrm>
          <a:off x="0" y="1840637"/>
          <a:ext cx="3856434" cy="1725750"/>
        </a:xfrm>
        <a:prstGeom prst="roundRect">
          <a:avLst/>
        </a:prstGeom>
        <a:solidFill>
          <a:schemeClr val="accent2">
            <a:hueOff val="953895"/>
            <a:satOff val="-21764"/>
            <a:lumOff val="8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Perpetua Titling MT" panose="02020502060505020804" pitchFamily="18" charset="0"/>
            </a:rPr>
            <a:t>Diagnosis </a:t>
          </a:r>
          <a:r>
            <a:rPr lang="en-US" sz="2500" kern="1200" dirty="0" err="1">
              <a:latin typeface="Perpetua Titling MT" panose="02020502060505020804" pitchFamily="18" charset="0"/>
            </a:rPr>
            <a:t>dapat</a:t>
          </a:r>
          <a:r>
            <a:rPr lang="en-US" sz="2500" kern="1200" dirty="0">
              <a:latin typeface="Perpetua Titling MT" panose="02020502060505020804" pitchFamily="18" charset="0"/>
            </a:rPr>
            <a:t> </a:t>
          </a:r>
          <a:r>
            <a:rPr lang="en-US" sz="2500" kern="1200" dirty="0" err="1">
              <a:latin typeface="Perpetua Titling MT" panose="02020502060505020804" pitchFamily="18" charset="0"/>
            </a:rPr>
            <a:t>dibantu</a:t>
          </a:r>
          <a:r>
            <a:rPr lang="en-US" sz="2500" kern="1200" dirty="0">
              <a:latin typeface="Perpetua Titling MT" panose="02020502060505020804" pitchFamily="18" charset="0"/>
            </a:rPr>
            <a:t> </a:t>
          </a:r>
          <a:r>
            <a:rPr lang="en-US" sz="2500" kern="1200" dirty="0" err="1">
              <a:latin typeface="Perpetua Titling MT" panose="02020502060505020804" pitchFamily="18" charset="0"/>
            </a:rPr>
            <a:t>dengan</a:t>
          </a:r>
          <a:r>
            <a:rPr lang="en-US" sz="2500" kern="1200" dirty="0">
              <a:latin typeface="Perpetua Titling MT" panose="02020502060505020804" pitchFamily="18" charset="0"/>
            </a:rPr>
            <a:t> Machine Learning</a:t>
          </a:r>
        </a:p>
      </dsp:txBody>
      <dsp:txXfrm>
        <a:off x="84244" y="1924881"/>
        <a:ext cx="3687946" cy="1557262"/>
      </dsp:txXfrm>
    </dsp:sp>
    <dsp:sp modelId="{47F22CA4-A4EA-4554-A937-798D09472D45}">
      <dsp:nvSpPr>
        <dsp:cNvPr id="0" name=""/>
        <dsp:cNvSpPr/>
      </dsp:nvSpPr>
      <dsp:spPr>
        <a:xfrm>
          <a:off x="0" y="3638387"/>
          <a:ext cx="3856434" cy="1725750"/>
        </a:xfrm>
        <a:prstGeom prst="roundRec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Perpetua Titling MT" panose="02020502060505020804" pitchFamily="18" charset="0"/>
            </a:rPr>
            <a:t>Naive Bayes </a:t>
          </a:r>
          <a:r>
            <a:rPr lang="en-US" sz="2500" kern="1200" dirty="0" err="1">
              <a:latin typeface="Perpetua Titling MT" panose="02020502060505020804" pitchFamily="18" charset="0"/>
            </a:rPr>
            <a:t>efektif</a:t>
          </a:r>
          <a:r>
            <a:rPr lang="en-US" sz="2500" kern="1200" dirty="0">
              <a:latin typeface="Perpetua Titling MT" panose="02020502060505020804" pitchFamily="18" charset="0"/>
            </a:rPr>
            <a:t> </a:t>
          </a:r>
          <a:r>
            <a:rPr lang="en-US" sz="2500" kern="1200" dirty="0" err="1">
              <a:latin typeface="Perpetua Titling MT" panose="02020502060505020804" pitchFamily="18" charset="0"/>
            </a:rPr>
            <a:t>untuk</a:t>
          </a:r>
          <a:r>
            <a:rPr lang="en-US" sz="2500" kern="1200" dirty="0">
              <a:latin typeface="Perpetua Titling MT" panose="02020502060505020804" pitchFamily="18" charset="0"/>
            </a:rPr>
            <a:t> </a:t>
          </a:r>
          <a:r>
            <a:rPr lang="en-US" sz="2500" kern="1200" dirty="0" err="1">
              <a:latin typeface="Perpetua Titling MT" panose="02020502060505020804" pitchFamily="18" charset="0"/>
            </a:rPr>
            <a:t>klasifikasi</a:t>
          </a:r>
          <a:r>
            <a:rPr lang="en-US" sz="2500" kern="1200" dirty="0">
              <a:latin typeface="Perpetua Titling MT" panose="02020502060505020804" pitchFamily="18" charset="0"/>
            </a:rPr>
            <a:t> </a:t>
          </a:r>
          <a:r>
            <a:rPr lang="en-US" sz="2500" kern="1200" dirty="0" err="1">
              <a:latin typeface="Perpetua Titling MT" panose="02020502060505020804" pitchFamily="18" charset="0"/>
            </a:rPr>
            <a:t>medis</a:t>
          </a:r>
          <a:endParaRPr lang="en-US" sz="2500" kern="1200" dirty="0">
            <a:latin typeface="Perpetua Titling MT" panose="02020502060505020804" pitchFamily="18" charset="0"/>
          </a:endParaRPr>
        </a:p>
      </dsp:txBody>
      <dsp:txXfrm>
        <a:off x="84244" y="3722631"/>
        <a:ext cx="3687946" cy="15572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7CBAAE-4E00-40A6-A3EA-F6EA3F4AAAF5}">
      <dsp:nvSpPr>
        <dsp:cNvPr id="0" name=""/>
        <dsp:cNvSpPr/>
      </dsp:nvSpPr>
      <dsp:spPr>
        <a:xfrm>
          <a:off x="1391147" y="3040"/>
          <a:ext cx="2146891" cy="12881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latin typeface="Perpetua Titling MT" panose="02020502060505020804" pitchFamily="18" charset="0"/>
            </a:rPr>
            <a:t>Membedah</a:t>
          </a:r>
          <a:r>
            <a:rPr lang="en-US" sz="1600" kern="1200" dirty="0">
              <a:latin typeface="Perpetua Titling MT" panose="02020502060505020804" pitchFamily="18" charset="0"/>
            </a:rPr>
            <a:t> </a:t>
          </a:r>
          <a:r>
            <a:rPr lang="en-US" sz="1600" kern="1200" dirty="0" err="1">
              <a:latin typeface="Perpetua Titling MT" panose="02020502060505020804" pitchFamily="18" charset="0"/>
            </a:rPr>
            <a:t>jurnal</a:t>
          </a:r>
          <a:r>
            <a:rPr lang="en-US" sz="1600" kern="1200" dirty="0">
              <a:latin typeface="Perpetua Titling MT" panose="02020502060505020804" pitchFamily="18" charset="0"/>
            </a:rPr>
            <a:t> </a:t>
          </a:r>
          <a:r>
            <a:rPr lang="en-US" sz="1600" kern="1200" dirty="0" err="1">
              <a:latin typeface="Perpetua Titling MT" panose="02020502060505020804" pitchFamily="18" charset="0"/>
            </a:rPr>
            <a:t>klasifikasi</a:t>
          </a:r>
          <a:r>
            <a:rPr lang="en-US" sz="1600" kern="1200" dirty="0">
              <a:latin typeface="Perpetua Titling MT" panose="02020502060505020804" pitchFamily="18" charset="0"/>
            </a:rPr>
            <a:t> </a:t>
          </a:r>
          <a:r>
            <a:rPr lang="en-US" sz="1600" kern="1200" dirty="0" err="1">
              <a:latin typeface="Perpetua Titling MT" panose="02020502060505020804" pitchFamily="18" charset="0"/>
            </a:rPr>
            <a:t>migrain</a:t>
          </a:r>
          <a:endParaRPr lang="en-US" sz="1600" kern="1200" dirty="0">
            <a:latin typeface="Perpetua Titling MT" panose="02020502060505020804" pitchFamily="18" charset="0"/>
          </a:endParaRPr>
        </a:p>
      </dsp:txBody>
      <dsp:txXfrm>
        <a:off x="1428875" y="40768"/>
        <a:ext cx="2071435" cy="1212679"/>
      </dsp:txXfrm>
    </dsp:sp>
    <dsp:sp modelId="{125AC7DB-F93F-47F5-AA3D-09A09E6C4D63}">
      <dsp:nvSpPr>
        <dsp:cNvPr id="0" name=""/>
        <dsp:cNvSpPr/>
      </dsp:nvSpPr>
      <dsp:spPr>
        <a:xfrm rot="5400000">
          <a:off x="2237022" y="1441458"/>
          <a:ext cx="455141" cy="5324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>
            <a:latin typeface="Perpetua Titling MT" panose="02020502060505020804" pitchFamily="18" charset="0"/>
          </a:endParaRPr>
        </a:p>
      </dsp:txBody>
      <dsp:txXfrm rot="-5400000">
        <a:off x="2304864" y="1480102"/>
        <a:ext cx="319457" cy="318599"/>
      </dsp:txXfrm>
    </dsp:sp>
    <dsp:sp modelId="{159E9B1A-2390-491A-A6ED-A754DA3853B1}">
      <dsp:nvSpPr>
        <dsp:cNvPr id="0" name=""/>
        <dsp:cNvSpPr/>
      </dsp:nvSpPr>
      <dsp:spPr>
        <a:xfrm>
          <a:off x="1391147" y="2149932"/>
          <a:ext cx="2146891" cy="1288135"/>
        </a:xfrm>
        <a:prstGeom prst="roundRect">
          <a:avLst>
            <a:gd name="adj" fmla="val 10000"/>
          </a:avLst>
        </a:prstGeom>
        <a:solidFill>
          <a:schemeClr val="accent5">
            <a:hueOff val="-10661560"/>
            <a:satOff val="6060"/>
            <a:lumOff val="-50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Perpetua Titling MT" panose="02020502060505020804" pitchFamily="18" charset="0"/>
            </a:rPr>
            <a:t>Melakukan implementasi ulang model</a:t>
          </a:r>
        </a:p>
      </dsp:txBody>
      <dsp:txXfrm>
        <a:off x="1428875" y="2187660"/>
        <a:ext cx="2071435" cy="1212679"/>
      </dsp:txXfrm>
    </dsp:sp>
    <dsp:sp modelId="{34B46627-F063-49F8-8EDC-10F8D1907806}">
      <dsp:nvSpPr>
        <dsp:cNvPr id="0" name=""/>
        <dsp:cNvSpPr/>
      </dsp:nvSpPr>
      <dsp:spPr>
        <a:xfrm rot="5400000">
          <a:off x="2237022" y="3588350"/>
          <a:ext cx="455141" cy="5324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1323121"/>
            <a:satOff val="12119"/>
            <a:lumOff val="-1000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>
            <a:latin typeface="Perpetua Titling MT" panose="02020502060505020804" pitchFamily="18" charset="0"/>
          </a:endParaRPr>
        </a:p>
      </dsp:txBody>
      <dsp:txXfrm rot="-5400000">
        <a:off x="2304864" y="3626994"/>
        <a:ext cx="319457" cy="318599"/>
      </dsp:txXfrm>
    </dsp:sp>
    <dsp:sp modelId="{B1418298-0036-4F75-92CA-8D74936515E3}">
      <dsp:nvSpPr>
        <dsp:cNvPr id="0" name=""/>
        <dsp:cNvSpPr/>
      </dsp:nvSpPr>
      <dsp:spPr>
        <a:xfrm>
          <a:off x="1391147" y="4296824"/>
          <a:ext cx="2146891" cy="1288135"/>
        </a:xfrm>
        <a:prstGeom prst="roundRect">
          <a:avLst>
            <a:gd name="adj" fmla="val 10000"/>
          </a:avLst>
        </a:prstGeom>
        <a:solidFill>
          <a:schemeClr val="accent5">
            <a:hueOff val="-21323121"/>
            <a:satOff val="12119"/>
            <a:lumOff val="-100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Perpetua Titling MT" panose="02020502060505020804" pitchFamily="18" charset="0"/>
            </a:rPr>
            <a:t>Membandingkan hasil jurnal dan eksperimen</a:t>
          </a:r>
        </a:p>
      </dsp:txBody>
      <dsp:txXfrm>
        <a:off x="1428875" y="4334552"/>
        <a:ext cx="2071435" cy="12126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EB1D6-7E59-4B67-AD2D-DC591C32587F}">
      <dsp:nvSpPr>
        <dsp:cNvPr id="0" name=""/>
        <dsp:cNvSpPr/>
      </dsp:nvSpPr>
      <dsp:spPr>
        <a:xfrm>
          <a:off x="0" y="2319"/>
          <a:ext cx="4929186" cy="1175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D76F83-D07F-4ED9-9AB9-F8924B8E73FD}">
      <dsp:nvSpPr>
        <dsp:cNvPr id="0" name=""/>
        <dsp:cNvSpPr/>
      </dsp:nvSpPr>
      <dsp:spPr>
        <a:xfrm>
          <a:off x="355571" y="266794"/>
          <a:ext cx="646494" cy="6464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40EB8E-9A5B-4382-AEDD-9FE5B76C4729}">
      <dsp:nvSpPr>
        <dsp:cNvPr id="0" name=""/>
        <dsp:cNvSpPr/>
      </dsp:nvSpPr>
      <dsp:spPr>
        <a:xfrm>
          <a:off x="1357638" y="2319"/>
          <a:ext cx="3571548" cy="117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01" tIns="124401" rIns="124401" bIns="1244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>
              <a:latin typeface="Perpetua Titling MT" panose="02020502060505020804" pitchFamily="18" charset="0"/>
            </a:rPr>
            <a:t>Sumber</a:t>
          </a:r>
          <a:r>
            <a:rPr lang="en-US" sz="2200" kern="1200" dirty="0">
              <a:latin typeface="Perpetua Titling MT" panose="02020502060505020804" pitchFamily="18" charset="0"/>
            </a:rPr>
            <a:t>: Kaggle</a:t>
          </a:r>
        </a:p>
      </dsp:txBody>
      <dsp:txXfrm>
        <a:off x="1357638" y="2319"/>
        <a:ext cx="3571548" cy="1175444"/>
      </dsp:txXfrm>
    </dsp:sp>
    <dsp:sp modelId="{80D4715F-BA18-49CF-A21C-055FC4C76965}">
      <dsp:nvSpPr>
        <dsp:cNvPr id="0" name=""/>
        <dsp:cNvSpPr/>
      </dsp:nvSpPr>
      <dsp:spPr>
        <a:xfrm>
          <a:off x="0" y="1471624"/>
          <a:ext cx="4929186" cy="1175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036324-E2AC-47FB-B443-1B2A0FB881B6}">
      <dsp:nvSpPr>
        <dsp:cNvPr id="0" name=""/>
        <dsp:cNvSpPr/>
      </dsp:nvSpPr>
      <dsp:spPr>
        <a:xfrm>
          <a:off x="355571" y="1736099"/>
          <a:ext cx="646494" cy="6464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79DBD-015F-4BBC-BCF7-3011FA6507D6}">
      <dsp:nvSpPr>
        <dsp:cNvPr id="0" name=""/>
        <dsp:cNvSpPr/>
      </dsp:nvSpPr>
      <dsp:spPr>
        <a:xfrm>
          <a:off x="1357638" y="1471624"/>
          <a:ext cx="3571548" cy="117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01" tIns="124401" rIns="124401" bIns="1244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Perpetua Titling MT" panose="02020502060505020804" pitchFamily="18" charset="0"/>
            </a:rPr>
            <a:t>Migraine Symptom Dataset</a:t>
          </a:r>
        </a:p>
      </dsp:txBody>
      <dsp:txXfrm>
        <a:off x="1357638" y="1471624"/>
        <a:ext cx="3571548" cy="1175444"/>
      </dsp:txXfrm>
    </dsp:sp>
    <dsp:sp modelId="{C866B8B3-E348-4A32-8DF1-E6A689DB3FC2}">
      <dsp:nvSpPr>
        <dsp:cNvPr id="0" name=""/>
        <dsp:cNvSpPr/>
      </dsp:nvSpPr>
      <dsp:spPr>
        <a:xfrm>
          <a:off x="0" y="2940930"/>
          <a:ext cx="4929186" cy="1175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76C552-CAD3-4596-AE92-6DEA8E8B60C5}">
      <dsp:nvSpPr>
        <dsp:cNvPr id="0" name=""/>
        <dsp:cNvSpPr/>
      </dsp:nvSpPr>
      <dsp:spPr>
        <a:xfrm>
          <a:off x="355571" y="3205405"/>
          <a:ext cx="646494" cy="6464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E28CE5-1F07-4053-A969-3808F66C59A7}">
      <dsp:nvSpPr>
        <dsp:cNvPr id="0" name=""/>
        <dsp:cNvSpPr/>
      </dsp:nvSpPr>
      <dsp:spPr>
        <a:xfrm>
          <a:off x="1357638" y="2940930"/>
          <a:ext cx="3571548" cy="117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01" tIns="124401" rIns="124401" bIns="1244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Perpetua Titling MT" panose="02020502060505020804" pitchFamily="18" charset="0"/>
            </a:rPr>
            <a:t>23 </a:t>
          </a:r>
          <a:r>
            <a:rPr lang="en-US" sz="2200" kern="1200" dirty="0" err="1">
              <a:latin typeface="Perpetua Titling MT" panose="02020502060505020804" pitchFamily="18" charset="0"/>
            </a:rPr>
            <a:t>fitur</a:t>
          </a:r>
          <a:r>
            <a:rPr lang="en-US" sz="2200" kern="1200" dirty="0">
              <a:latin typeface="Perpetua Titling MT" panose="02020502060505020804" pitchFamily="18" charset="0"/>
            </a:rPr>
            <a:t> + 1 target (Type)</a:t>
          </a:r>
        </a:p>
      </dsp:txBody>
      <dsp:txXfrm>
        <a:off x="1357638" y="2940930"/>
        <a:ext cx="3571548" cy="1175444"/>
      </dsp:txXfrm>
    </dsp:sp>
    <dsp:sp modelId="{8E617813-0019-4190-B6A2-7396D4EB619D}">
      <dsp:nvSpPr>
        <dsp:cNvPr id="0" name=""/>
        <dsp:cNvSpPr/>
      </dsp:nvSpPr>
      <dsp:spPr>
        <a:xfrm>
          <a:off x="0" y="4410236"/>
          <a:ext cx="4929186" cy="1175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2311B-6EBC-40B2-BED7-786E23187F7B}">
      <dsp:nvSpPr>
        <dsp:cNvPr id="0" name=""/>
        <dsp:cNvSpPr/>
      </dsp:nvSpPr>
      <dsp:spPr>
        <a:xfrm>
          <a:off x="355571" y="4674711"/>
          <a:ext cx="646494" cy="6464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4B3995-CAE1-4047-B84A-3365EF65FC9A}">
      <dsp:nvSpPr>
        <dsp:cNvPr id="0" name=""/>
        <dsp:cNvSpPr/>
      </dsp:nvSpPr>
      <dsp:spPr>
        <a:xfrm>
          <a:off x="1357638" y="4410236"/>
          <a:ext cx="3571548" cy="117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01" tIns="124401" rIns="124401" bIns="1244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Perpetua Titling MT" panose="02020502060505020804" pitchFamily="18" charset="0"/>
            </a:rPr>
            <a:t>Dataset </a:t>
          </a:r>
          <a:r>
            <a:rPr lang="en-US" sz="2200" kern="1200" dirty="0" err="1">
              <a:latin typeface="Perpetua Titling MT" panose="02020502060505020804" pitchFamily="18" charset="0"/>
            </a:rPr>
            <a:t>sama</a:t>
          </a:r>
          <a:r>
            <a:rPr lang="en-US" sz="2200" kern="1200" dirty="0">
              <a:latin typeface="Perpetua Titling MT" panose="02020502060505020804" pitchFamily="18" charset="0"/>
            </a:rPr>
            <a:t> </a:t>
          </a:r>
          <a:r>
            <a:rPr lang="en-US" sz="2200" kern="1200" dirty="0" err="1">
              <a:latin typeface="Perpetua Titling MT" panose="02020502060505020804" pitchFamily="18" charset="0"/>
            </a:rPr>
            <a:t>dengan</a:t>
          </a:r>
          <a:r>
            <a:rPr lang="en-US" sz="2200" kern="1200" dirty="0">
              <a:latin typeface="Perpetua Titling MT" panose="02020502060505020804" pitchFamily="18" charset="0"/>
            </a:rPr>
            <a:t> </a:t>
          </a:r>
          <a:r>
            <a:rPr lang="en-US" sz="2200" kern="1200" dirty="0" err="1">
              <a:latin typeface="Perpetua Titling MT" panose="02020502060505020804" pitchFamily="18" charset="0"/>
            </a:rPr>
            <a:t>jurnal</a:t>
          </a:r>
          <a:endParaRPr lang="en-US" sz="2200" kern="1200" dirty="0">
            <a:latin typeface="Perpetua Titling MT" panose="02020502060505020804" pitchFamily="18" charset="0"/>
          </a:endParaRPr>
        </a:p>
      </dsp:txBody>
      <dsp:txXfrm>
        <a:off x="1357638" y="4410236"/>
        <a:ext cx="3571548" cy="11754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D6310F-7602-46EB-A0DA-772C23DE760A}">
      <dsp:nvSpPr>
        <dsp:cNvPr id="0" name=""/>
        <dsp:cNvSpPr/>
      </dsp:nvSpPr>
      <dsp:spPr>
        <a:xfrm>
          <a:off x="951700" y="1539"/>
          <a:ext cx="832078" cy="83207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52416-D094-470C-873B-FBE00623DB98}">
      <dsp:nvSpPr>
        <dsp:cNvPr id="0" name=""/>
        <dsp:cNvSpPr/>
      </dsp:nvSpPr>
      <dsp:spPr>
        <a:xfrm>
          <a:off x="1129028" y="178867"/>
          <a:ext cx="477421" cy="4774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C982FB-4AF9-47BD-9A0B-EE27B6E62CC8}">
      <dsp:nvSpPr>
        <dsp:cNvPr id="0" name=""/>
        <dsp:cNvSpPr/>
      </dsp:nvSpPr>
      <dsp:spPr>
        <a:xfrm>
          <a:off x="685708" y="1092789"/>
          <a:ext cx="1364062" cy="5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>
              <a:latin typeface="Perpetua Titling MT" panose="02020502060505020804" pitchFamily="18" charset="0"/>
            </a:rPr>
            <a:t>Load dataset</a:t>
          </a:r>
        </a:p>
      </dsp:txBody>
      <dsp:txXfrm>
        <a:off x="685708" y="1092789"/>
        <a:ext cx="1364062" cy="545625"/>
      </dsp:txXfrm>
    </dsp:sp>
    <dsp:sp modelId="{E7DA006E-F200-440F-B911-7745A8346929}">
      <dsp:nvSpPr>
        <dsp:cNvPr id="0" name=""/>
        <dsp:cNvSpPr/>
      </dsp:nvSpPr>
      <dsp:spPr>
        <a:xfrm>
          <a:off x="2554474" y="1539"/>
          <a:ext cx="832078" cy="83207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8C1F66-5B58-4763-A9D8-B2762C79B333}">
      <dsp:nvSpPr>
        <dsp:cNvPr id="0" name=""/>
        <dsp:cNvSpPr/>
      </dsp:nvSpPr>
      <dsp:spPr>
        <a:xfrm>
          <a:off x="2731802" y="178867"/>
          <a:ext cx="477421" cy="4774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B6F48-8459-4DDD-8AF4-56F692D1EF73}">
      <dsp:nvSpPr>
        <dsp:cNvPr id="0" name=""/>
        <dsp:cNvSpPr/>
      </dsp:nvSpPr>
      <dsp:spPr>
        <a:xfrm>
          <a:off x="2288482" y="1092789"/>
          <a:ext cx="1364062" cy="5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>
              <a:latin typeface="Perpetua Titling MT" panose="02020502060505020804" pitchFamily="18" charset="0"/>
            </a:rPr>
            <a:t>Encoding label</a:t>
          </a:r>
        </a:p>
      </dsp:txBody>
      <dsp:txXfrm>
        <a:off x="2288482" y="1092789"/>
        <a:ext cx="1364062" cy="545625"/>
      </dsp:txXfrm>
    </dsp:sp>
    <dsp:sp modelId="{997271A2-409E-4070-B6F7-09A351C6EDDB}">
      <dsp:nvSpPr>
        <dsp:cNvPr id="0" name=""/>
        <dsp:cNvSpPr/>
      </dsp:nvSpPr>
      <dsp:spPr>
        <a:xfrm>
          <a:off x="4157247" y="1539"/>
          <a:ext cx="832078" cy="83207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204C2-B9DC-400D-987E-72B53C895FA3}">
      <dsp:nvSpPr>
        <dsp:cNvPr id="0" name=""/>
        <dsp:cNvSpPr/>
      </dsp:nvSpPr>
      <dsp:spPr>
        <a:xfrm>
          <a:off x="4334575" y="178867"/>
          <a:ext cx="477421" cy="4774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BC18EB-4F6F-4601-AB89-F4C2EB939E02}">
      <dsp:nvSpPr>
        <dsp:cNvPr id="0" name=""/>
        <dsp:cNvSpPr/>
      </dsp:nvSpPr>
      <dsp:spPr>
        <a:xfrm>
          <a:off x="3891255" y="1092789"/>
          <a:ext cx="1364062" cy="5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>
              <a:latin typeface="Perpetua Titling MT" panose="02020502060505020804" pitchFamily="18" charset="0"/>
            </a:rPr>
            <a:t>Split data</a:t>
          </a:r>
        </a:p>
      </dsp:txBody>
      <dsp:txXfrm>
        <a:off x="3891255" y="1092789"/>
        <a:ext cx="1364062" cy="545625"/>
      </dsp:txXfrm>
    </dsp:sp>
    <dsp:sp modelId="{89E66F77-71AE-45AF-AEBF-3A79DB23E825}">
      <dsp:nvSpPr>
        <dsp:cNvPr id="0" name=""/>
        <dsp:cNvSpPr/>
      </dsp:nvSpPr>
      <dsp:spPr>
        <a:xfrm>
          <a:off x="5760021" y="1539"/>
          <a:ext cx="832078" cy="83207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9EF8C-A090-498F-91ED-EB0067090906}">
      <dsp:nvSpPr>
        <dsp:cNvPr id="0" name=""/>
        <dsp:cNvSpPr/>
      </dsp:nvSpPr>
      <dsp:spPr>
        <a:xfrm>
          <a:off x="5937349" y="178867"/>
          <a:ext cx="477421" cy="4774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3ADA9-972D-4DEC-A3F1-B3AA9A9A8669}">
      <dsp:nvSpPr>
        <dsp:cNvPr id="0" name=""/>
        <dsp:cNvSpPr/>
      </dsp:nvSpPr>
      <dsp:spPr>
        <a:xfrm>
          <a:off x="5494028" y="1092789"/>
          <a:ext cx="1364062" cy="5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>
              <a:latin typeface="Perpetua Titling MT" panose="02020502060505020804" pitchFamily="18" charset="0"/>
            </a:rPr>
            <a:t>Training model</a:t>
          </a:r>
        </a:p>
      </dsp:txBody>
      <dsp:txXfrm>
        <a:off x="5494028" y="1092789"/>
        <a:ext cx="1364062" cy="545625"/>
      </dsp:txXfrm>
    </dsp:sp>
    <dsp:sp modelId="{41A46388-C8FD-4DA7-AC96-9D412F39157E}">
      <dsp:nvSpPr>
        <dsp:cNvPr id="0" name=""/>
        <dsp:cNvSpPr/>
      </dsp:nvSpPr>
      <dsp:spPr>
        <a:xfrm>
          <a:off x="3355860" y="1979430"/>
          <a:ext cx="832078" cy="83207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592C2-E29A-44E5-B27C-CD6A6BF06A36}">
      <dsp:nvSpPr>
        <dsp:cNvPr id="0" name=""/>
        <dsp:cNvSpPr/>
      </dsp:nvSpPr>
      <dsp:spPr>
        <a:xfrm>
          <a:off x="3533189" y="2156758"/>
          <a:ext cx="477421" cy="4774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1DC01C-9049-4040-9007-E0396DB17D98}">
      <dsp:nvSpPr>
        <dsp:cNvPr id="0" name=""/>
        <dsp:cNvSpPr/>
      </dsp:nvSpPr>
      <dsp:spPr>
        <a:xfrm>
          <a:off x="3087495" y="3072218"/>
          <a:ext cx="1364062" cy="5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 err="1">
              <a:latin typeface="Perpetua Titling MT" panose="02020502060505020804" pitchFamily="18" charset="0"/>
            </a:rPr>
            <a:t>Evaluasi</a:t>
          </a:r>
          <a:r>
            <a:rPr lang="en-US" sz="1900" kern="1200" dirty="0">
              <a:latin typeface="Perpetua Titling MT" panose="02020502060505020804" pitchFamily="18" charset="0"/>
            </a:rPr>
            <a:t> </a:t>
          </a:r>
          <a:r>
            <a:rPr lang="en-US" sz="1900" kern="1200" dirty="0" err="1">
              <a:latin typeface="Perpetua Titling MT" panose="02020502060505020804" pitchFamily="18" charset="0"/>
            </a:rPr>
            <a:t>performa</a:t>
          </a:r>
          <a:endParaRPr lang="en-US" sz="1900" kern="1200" dirty="0">
            <a:latin typeface="Perpetua Titling MT" panose="02020502060505020804" pitchFamily="18" charset="0"/>
          </a:endParaRPr>
        </a:p>
      </dsp:txBody>
      <dsp:txXfrm>
        <a:off x="3087495" y="3072218"/>
        <a:ext cx="1364062" cy="5456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290B22-DE95-41E3-91AD-FED6E0059B5E}">
      <dsp:nvSpPr>
        <dsp:cNvPr id="0" name=""/>
        <dsp:cNvSpPr/>
      </dsp:nvSpPr>
      <dsp:spPr>
        <a:xfrm>
          <a:off x="0" y="0"/>
          <a:ext cx="3943349" cy="12293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Perpetua Titling MT" panose="02020502060505020804" pitchFamily="18" charset="0"/>
            </a:rPr>
            <a:t>Accuracy: 92.5%</a:t>
          </a:r>
        </a:p>
      </dsp:txBody>
      <dsp:txXfrm>
        <a:off x="36007" y="36007"/>
        <a:ext cx="2512892" cy="1157346"/>
      </dsp:txXfrm>
    </dsp:sp>
    <dsp:sp modelId="{8BB1C4E6-A6F5-4C24-9AD0-8C623A70A8C9}">
      <dsp:nvSpPr>
        <dsp:cNvPr id="0" name=""/>
        <dsp:cNvSpPr/>
      </dsp:nvSpPr>
      <dsp:spPr>
        <a:xfrm>
          <a:off x="330255" y="1452880"/>
          <a:ext cx="3943349" cy="1229360"/>
        </a:xfrm>
        <a:prstGeom prst="roundRect">
          <a:avLst>
            <a:gd name="adj" fmla="val 10000"/>
          </a:avLst>
        </a:prstGeom>
        <a:solidFill>
          <a:schemeClr val="accent2">
            <a:hueOff val="635930"/>
            <a:satOff val="-14509"/>
            <a:lumOff val="53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Perpetua Titling MT" panose="02020502060505020804" pitchFamily="18" charset="0"/>
            </a:rPr>
            <a:t>Precision (weighted): 92.7%</a:t>
          </a:r>
        </a:p>
      </dsp:txBody>
      <dsp:txXfrm>
        <a:off x="366262" y="1488887"/>
        <a:ext cx="2741996" cy="1157346"/>
      </dsp:txXfrm>
    </dsp:sp>
    <dsp:sp modelId="{7342CB7D-F2CA-4E53-A0F8-A8D409CBEF3D}">
      <dsp:nvSpPr>
        <dsp:cNvPr id="0" name=""/>
        <dsp:cNvSpPr/>
      </dsp:nvSpPr>
      <dsp:spPr>
        <a:xfrm>
          <a:off x="655581" y="2905760"/>
          <a:ext cx="3943349" cy="1229360"/>
        </a:xfrm>
        <a:prstGeom prst="roundRect">
          <a:avLst>
            <a:gd name="adj" fmla="val 10000"/>
          </a:avLst>
        </a:prstGeom>
        <a:solidFill>
          <a:schemeClr val="accent2">
            <a:hueOff val="1271860"/>
            <a:satOff val="-29019"/>
            <a:lumOff val="10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Perpetua Titling MT" panose="02020502060505020804" pitchFamily="18" charset="0"/>
            </a:rPr>
            <a:t>Recall (weighted): 92.5%</a:t>
          </a:r>
        </a:p>
      </dsp:txBody>
      <dsp:txXfrm>
        <a:off x="691588" y="2941767"/>
        <a:ext cx="2746925" cy="1157346"/>
      </dsp:txXfrm>
    </dsp:sp>
    <dsp:sp modelId="{AF87744D-21BA-4085-8C9E-863BE9B44BD0}">
      <dsp:nvSpPr>
        <dsp:cNvPr id="0" name=""/>
        <dsp:cNvSpPr/>
      </dsp:nvSpPr>
      <dsp:spPr>
        <a:xfrm>
          <a:off x="985837" y="4358640"/>
          <a:ext cx="3943349" cy="1229360"/>
        </a:xfrm>
        <a:prstGeom prst="roundRect">
          <a:avLst>
            <a:gd name="adj" fmla="val 10000"/>
          </a:avLst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Perpetua Titling MT" panose="02020502060505020804" pitchFamily="18" charset="0"/>
            </a:rPr>
            <a:t>F1-score (weighted): 92.3%</a:t>
          </a:r>
        </a:p>
      </dsp:txBody>
      <dsp:txXfrm>
        <a:off x="1021844" y="4394647"/>
        <a:ext cx="2741996" cy="1157346"/>
      </dsp:txXfrm>
    </dsp:sp>
    <dsp:sp modelId="{B4E5ABA3-E60D-4999-A36D-EA0FAD8E3030}">
      <dsp:nvSpPr>
        <dsp:cNvPr id="0" name=""/>
        <dsp:cNvSpPr/>
      </dsp:nvSpPr>
      <dsp:spPr>
        <a:xfrm>
          <a:off x="3144265" y="941578"/>
          <a:ext cx="799084" cy="7990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324059" y="941578"/>
        <a:ext cx="439496" cy="601311"/>
      </dsp:txXfrm>
    </dsp:sp>
    <dsp:sp modelId="{CC2B83AB-1CB2-4F1E-88E5-46D6B27542E8}">
      <dsp:nvSpPr>
        <dsp:cNvPr id="0" name=""/>
        <dsp:cNvSpPr/>
      </dsp:nvSpPr>
      <dsp:spPr>
        <a:xfrm>
          <a:off x="3474521" y="2394458"/>
          <a:ext cx="799084" cy="7990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987282"/>
            <a:satOff val="-2587"/>
            <a:lumOff val="9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87282"/>
              <a:satOff val="-2587"/>
              <a:lumOff val="9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654315" y="2394458"/>
        <a:ext cx="439496" cy="601311"/>
      </dsp:txXfrm>
    </dsp:sp>
    <dsp:sp modelId="{F4E05C2B-FC4E-4035-AC50-29A8842440DB}">
      <dsp:nvSpPr>
        <dsp:cNvPr id="0" name=""/>
        <dsp:cNvSpPr/>
      </dsp:nvSpPr>
      <dsp:spPr>
        <a:xfrm>
          <a:off x="3799847" y="3847338"/>
          <a:ext cx="799084" cy="7990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974564"/>
            <a:satOff val="-5173"/>
            <a:lumOff val="185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74564"/>
              <a:satOff val="-5173"/>
              <a:lumOff val="18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979641" y="3847338"/>
        <a:ext cx="439496" cy="6013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2C9208-8828-45F8-8722-C1116886C198}">
      <dsp:nvSpPr>
        <dsp:cNvPr id="0" name=""/>
        <dsp:cNvSpPr/>
      </dsp:nvSpPr>
      <dsp:spPr>
        <a:xfrm>
          <a:off x="962" y="1151579"/>
          <a:ext cx="2053025" cy="123181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Perpetua Titling MT" panose="02020502060505020804" pitchFamily="18" charset="0"/>
            </a:rPr>
            <a:t>Metode</a:t>
          </a:r>
          <a:r>
            <a:rPr lang="en-US" sz="1800" kern="1200" dirty="0">
              <a:latin typeface="Perpetua Titling MT" panose="02020502060505020804" pitchFamily="18" charset="0"/>
            </a:rPr>
            <a:t>: Stratified Cross Validation</a:t>
          </a:r>
        </a:p>
      </dsp:txBody>
      <dsp:txXfrm>
        <a:off x="37041" y="1187658"/>
        <a:ext cx="1980867" cy="1159657"/>
      </dsp:txXfrm>
    </dsp:sp>
    <dsp:sp modelId="{AAA31D6F-821D-4597-9128-58AA4E81FBB8}">
      <dsp:nvSpPr>
        <dsp:cNvPr id="0" name=""/>
        <dsp:cNvSpPr/>
      </dsp:nvSpPr>
      <dsp:spPr>
        <a:xfrm>
          <a:off x="2234654" y="1512912"/>
          <a:ext cx="435241" cy="509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234654" y="1614742"/>
        <a:ext cx="304669" cy="305490"/>
      </dsp:txXfrm>
    </dsp:sp>
    <dsp:sp modelId="{F76A8BC8-7FDF-4BC6-8EC6-4E09EC9682F3}">
      <dsp:nvSpPr>
        <dsp:cNvPr id="0" name=""/>
        <dsp:cNvSpPr/>
      </dsp:nvSpPr>
      <dsp:spPr>
        <a:xfrm>
          <a:off x="2875198" y="1151579"/>
          <a:ext cx="2053025" cy="1231815"/>
        </a:xfrm>
        <a:prstGeom prst="roundRect">
          <a:avLst>
            <a:gd name="adj" fmla="val 10000"/>
          </a:avLst>
        </a:prstGeom>
        <a:solidFill>
          <a:schemeClr val="accent5">
            <a:hueOff val="-7107707"/>
            <a:satOff val="4040"/>
            <a:lumOff val="-33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Perpetua Titling MT" panose="02020502060505020804" pitchFamily="18" charset="0"/>
            </a:rPr>
            <a:t>Mean Accuracy: 94.5%</a:t>
          </a:r>
        </a:p>
      </dsp:txBody>
      <dsp:txXfrm>
        <a:off x="2911277" y="1187658"/>
        <a:ext cx="1980867" cy="1159657"/>
      </dsp:txXfrm>
    </dsp:sp>
    <dsp:sp modelId="{73A4F7DD-1864-4475-AE17-372CF7C666DE}">
      <dsp:nvSpPr>
        <dsp:cNvPr id="0" name=""/>
        <dsp:cNvSpPr/>
      </dsp:nvSpPr>
      <dsp:spPr>
        <a:xfrm rot="5400000">
          <a:off x="3684090" y="2527106"/>
          <a:ext cx="435241" cy="509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661560"/>
            <a:satOff val="6060"/>
            <a:lumOff val="-500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3748966" y="2564060"/>
        <a:ext cx="305490" cy="304669"/>
      </dsp:txXfrm>
    </dsp:sp>
    <dsp:sp modelId="{1D171EDA-C3C3-44DF-A199-3F210EF547A8}">
      <dsp:nvSpPr>
        <dsp:cNvPr id="0" name=""/>
        <dsp:cNvSpPr/>
      </dsp:nvSpPr>
      <dsp:spPr>
        <a:xfrm>
          <a:off x="2875198" y="3204605"/>
          <a:ext cx="2053025" cy="1231815"/>
        </a:xfrm>
        <a:prstGeom prst="roundRect">
          <a:avLst>
            <a:gd name="adj" fmla="val 10000"/>
          </a:avLst>
        </a:prstGeom>
        <a:solidFill>
          <a:schemeClr val="accent5">
            <a:hueOff val="-14215414"/>
            <a:satOff val="8079"/>
            <a:lumOff val="-666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Perpetua Titling MT" panose="02020502060505020804" pitchFamily="18" charset="0"/>
            </a:rPr>
            <a:t>Standard Deviation: 0.084</a:t>
          </a:r>
        </a:p>
      </dsp:txBody>
      <dsp:txXfrm>
        <a:off x="2911277" y="3240684"/>
        <a:ext cx="1980867" cy="1159657"/>
      </dsp:txXfrm>
    </dsp:sp>
    <dsp:sp modelId="{E133E828-C73B-4559-A017-A4B038A53BA1}">
      <dsp:nvSpPr>
        <dsp:cNvPr id="0" name=""/>
        <dsp:cNvSpPr/>
      </dsp:nvSpPr>
      <dsp:spPr>
        <a:xfrm rot="10800000">
          <a:off x="2259290" y="3565937"/>
          <a:ext cx="435241" cy="509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1323121"/>
            <a:satOff val="12119"/>
            <a:lumOff val="-1000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2389862" y="3667767"/>
        <a:ext cx="304669" cy="305490"/>
      </dsp:txXfrm>
    </dsp:sp>
    <dsp:sp modelId="{0B347A08-6D09-4DD6-BF75-C458B183CB20}">
      <dsp:nvSpPr>
        <dsp:cNvPr id="0" name=""/>
        <dsp:cNvSpPr/>
      </dsp:nvSpPr>
      <dsp:spPr>
        <a:xfrm>
          <a:off x="962" y="3204605"/>
          <a:ext cx="2053025" cy="1231815"/>
        </a:xfrm>
        <a:prstGeom prst="roundRect">
          <a:avLst>
            <a:gd name="adj" fmla="val 10000"/>
          </a:avLst>
        </a:prstGeom>
        <a:solidFill>
          <a:schemeClr val="accent5">
            <a:hueOff val="-21323121"/>
            <a:satOff val="12119"/>
            <a:lumOff val="-100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Perpetua Titling MT" panose="02020502060505020804" pitchFamily="18" charset="0"/>
            </a:rPr>
            <a:t>Model </a:t>
          </a:r>
          <a:r>
            <a:rPr lang="en-US" sz="1800" kern="1200" dirty="0" err="1">
              <a:latin typeface="Perpetua Titling MT" panose="02020502060505020804" pitchFamily="18" charset="0"/>
            </a:rPr>
            <a:t>stabil</a:t>
          </a:r>
          <a:r>
            <a:rPr lang="en-US" sz="1800" kern="1200" dirty="0">
              <a:latin typeface="Perpetua Titling MT" panose="02020502060505020804" pitchFamily="18" charset="0"/>
            </a:rPr>
            <a:t> dan </a:t>
          </a:r>
          <a:r>
            <a:rPr lang="en-US" sz="1800" kern="1200" dirty="0" err="1">
              <a:latin typeface="Perpetua Titling MT" panose="02020502060505020804" pitchFamily="18" charset="0"/>
            </a:rPr>
            <a:t>konsisten</a:t>
          </a:r>
          <a:endParaRPr lang="en-US" sz="1800" kern="1200" dirty="0">
            <a:latin typeface="Perpetua Titling MT" panose="02020502060505020804" pitchFamily="18" charset="0"/>
          </a:endParaRPr>
        </a:p>
      </dsp:txBody>
      <dsp:txXfrm>
        <a:off x="37041" y="3240684"/>
        <a:ext cx="1980867" cy="11596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07AE7F-0F50-4F5E-9CD4-E9CD243126A5}">
      <dsp:nvSpPr>
        <dsp:cNvPr id="0" name=""/>
        <dsp:cNvSpPr/>
      </dsp:nvSpPr>
      <dsp:spPr>
        <a:xfrm>
          <a:off x="0" y="1114956"/>
          <a:ext cx="77724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495025-D172-4A3D-A92E-F48B6F0379B1}">
      <dsp:nvSpPr>
        <dsp:cNvPr id="0" name=""/>
        <dsp:cNvSpPr/>
      </dsp:nvSpPr>
      <dsp:spPr>
        <a:xfrm>
          <a:off x="388620" y="849276"/>
          <a:ext cx="544068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645" tIns="0" rIns="20564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Perpetua Titling MT" panose="02020502060505020804" pitchFamily="18" charset="0"/>
            </a:rPr>
            <a:t>Jurnal</a:t>
          </a:r>
          <a:r>
            <a:rPr lang="en-US" sz="1800" kern="1200" dirty="0">
              <a:latin typeface="Perpetua Titling MT" panose="02020502060505020804" pitchFamily="18" charset="0"/>
            </a:rPr>
            <a:t> Accuracy: ±90%</a:t>
          </a:r>
        </a:p>
      </dsp:txBody>
      <dsp:txXfrm>
        <a:off x="414559" y="875215"/>
        <a:ext cx="5388802" cy="479482"/>
      </dsp:txXfrm>
    </dsp:sp>
    <dsp:sp modelId="{20D4B1BA-D465-4F0F-9513-90CA64C1BD67}">
      <dsp:nvSpPr>
        <dsp:cNvPr id="0" name=""/>
        <dsp:cNvSpPr/>
      </dsp:nvSpPr>
      <dsp:spPr>
        <a:xfrm>
          <a:off x="0" y="1931436"/>
          <a:ext cx="77724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B75D4-26C4-4B17-B637-D1B56CE8F53C}">
      <dsp:nvSpPr>
        <dsp:cNvPr id="0" name=""/>
        <dsp:cNvSpPr/>
      </dsp:nvSpPr>
      <dsp:spPr>
        <a:xfrm>
          <a:off x="388620" y="1665756"/>
          <a:ext cx="544068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645" tIns="0" rIns="20564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Perpetua Titling MT" panose="02020502060505020804" pitchFamily="18" charset="0"/>
            </a:rPr>
            <a:t>Implementasi</a:t>
          </a:r>
          <a:r>
            <a:rPr lang="en-US" sz="1800" kern="1200" dirty="0">
              <a:latin typeface="Perpetua Titling MT" panose="02020502060505020804" pitchFamily="18" charset="0"/>
            </a:rPr>
            <a:t> </a:t>
          </a:r>
          <a:r>
            <a:rPr lang="en-US" sz="1800" kern="1200" dirty="0" err="1">
              <a:latin typeface="Perpetua Titling MT" panose="02020502060505020804" pitchFamily="18" charset="0"/>
            </a:rPr>
            <a:t>ulang</a:t>
          </a:r>
          <a:r>
            <a:rPr lang="en-US" sz="1800" kern="1200" dirty="0">
              <a:latin typeface="Perpetua Titling MT" panose="02020502060505020804" pitchFamily="18" charset="0"/>
            </a:rPr>
            <a:t>: 92.5%</a:t>
          </a:r>
        </a:p>
      </dsp:txBody>
      <dsp:txXfrm>
        <a:off x="414559" y="1691695"/>
        <a:ext cx="5388802" cy="479482"/>
      </dsp:txXfrm>
    </dsp:sp>
    <dsp:sp modelId="{FB01CBFC-01F0-4D07-A8BB-F339FF128F25}">
      <dsp:nvSpPr>
        <dsp:cNvPr id="0" name=""/>
        <dsp:cNvSpPr/>
      </dsp:nvSpPr>
      <dsp:spPr>
        <a:xfrm>
          <a:off x="0" y="2747916"/>
          <a:ext cx="77724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A98277-4E51-40E9-83FD-038C2E01E2A5}">
      <dsp:nvSpPr>
        <dsp:cNvPr id="0" name=""/>
        <dsp:cNvSpPr/>
      </dsp:nvSpPr>
      <dsp:spPr>
        <a:xfrm>
          <a:off x="388620" y="2482236"/>
          <a:ext cx="544068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645" tIns="0" rIns="20564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Perpetua Titling MT" panose="02020502060505020804" pitchFamily="18" charset="0"/>
            </a:rPr>
            <a:t>Hasil </a:t>
          </a:r>
          <a:r>
            <a:rPr lang="en-US" sz="1800" kern="1200" dirty="0" err="1">
              <a:latin typeface="Perpetua Titling MT" panose="02020502060505020804" pitchFamily="18" charset="0"/>
            </a:rPr>
            <a:t>sebanding</a:t>
          </a:r>
          <a:r>
            <a:rPr lang="en-US" sz="1800" kern="1200" dirty="0">
              <a:latin typeface="Perpetua Titling MT" panose="02020502060505020804" pitchFamily="18" charset="0"/>
            </a:rPr>
            <a:t> dan </a:t>
          </a:r>
          <a:r>
            <a:rPr lang="en-US" sz="1800" kern="1200" dirty="0" err="1">
              <a:latin typeface="Perpetua Titling MT" panose="02020502060505020804" pitchFamily="18" charset="0"/>
            </a:rPr>
            <a:t>sedikit</a:t>
          </a:r>
          <a:r>
            <a:rPr lang="en-US" sz="1800" kern="1200" dirty="0">
              <a:latin typeface="Perpetua Titling MT" panose="02020502060505020804" pitchFamily="18" charset="0"/>
            </a:rPr>
            <a:t> </a:t>
          </a:r>
          <a:r>
            <a:rPr lang="en-US" sz="1800" kern="1200" dirty="0" err="1">
              <a:latin typeface="Perpetua Titling MT" panose="02020502060505020804" pitchFamily="18" charset="0"/>
            </a:rPr>
            <a:t>lebih</a:t>
          </a:r>
          <a:r>
            <a:rPr lang="en-US" sz="1800" kern="1200" dirty="0">
              <a:latin typeface="Perpetua Titling MT" panose="02020502060505020804" pitchFamily="18" charset="0"/>
            </a:rPr>
            <a:t> </a:t>
          </a:r>
          <a:r>
            <a:rPr lang="en-US" sz="1800" kern="1200" dirty="0" err="1">
              <a:latin typeface="Perpetua Titling MT" panose="02020502060505020804" pitchFamily="18" charset="0"/>
            </a:rPr>
            <a:t>baik</a:t>
          </a:r>
          <a:endParaRPr lang="en-US" sz="1800" kern="1200" dirty="0">
            <a:latin typeface="Perpetua Titling MT" panose="02020502060505020804" pitchFamily="18" charset="0"/>
          </a:endParaRPr>
        </a:p>
      </dsp:txBody>
      <dsp:txXfrm>
        <a:off x="414559" y="2508175"/>
        <a:ext cx="5388802" cy="47948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11F2EA-3DCC-4D15-8160-B202F951F837}">
      <dsp:nvSpPr>
        <dsp:cNvPr id="0" name=""/>
        <dsp:cNvSpPr/>
      </dsp:nvSpPr>
      <dsp:spPr>
        <a:xfrm>
          <a:off x="848588" y="321"/>
          <a:ext cx="2531343" cy="1518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Perpetua Titling MT" panose="02020502060505020804" pitchFamily="18" charset="0"/>
            </a:rPr>
            <a:t>Naive Bayes </a:t>
          </a:r>
          <a:r>
            <a:rPr lang="en-US" sz="2300" kern="1200" dirty="0" err="1">
              <a:latin typeface="Perpetua Titling MT" panose="02020502060505020804" pitchFamily="18" charset="0"/>
            </a:rPr>
            <a:t>efektif</a:t>
          </a:r>
          <a:r>
            <a:rPr lang="en-US" sz="2300" kern="1200" dirty="0">
              <a:latin typeface="Perpetua Titling MT" panose="02020502060505020804" pitchFamily="18" charset="0"/>
            </a:rPr>
            <a:t> </a:t>
          </a:r>
          <a:r>
            <a:rPr lang="en-US" sz="2300" kern="1200" dirty="0" err="1">
              <a:latin typeface="Perpetua Titling MT" panose="02020502060505020804" pitchFamily="18" charset="0"/>
            </a:rPr>
            <a:t>untuk</a:t>
          </a:r>
          <a:r>
            <a:rPr lang="en-US" sz="2300" kern="1200" dirty="0">
              <a:latin typeface="Perpetua Titling MT" panose="02020502060505020804" pitchFamily="18" charset="0"/>
            </a:rPr>
            <a:t> </a:t>
          </a:r>
          <a:r>
            <a:rPr lang="en-US" sz="2300" kern="1200" dirty="0" err="1">
              <a:latin typeface="Perpetua Titling MT" panose="02020502060505020804" pitchFamily="18" charset="0"/>
            </a:rPr>
            <a:t>klasifikasi</a:t>
          </a:r>
          <a:r>
            <a:rPr lang="en-US" sz="2300" kern="1200" dirty="0">
              <a:latin typeface="Perpetua Titling MT" panose="02020502060505020804" pitchFamily="18" charset="0"/>
            </a:rPr>
            <a:t> </a:t>
          </a:r>
          <a:r>
            <a:rPr lang="en-US" sz="2300" kern="1200" dirty="0" err="1">
              <a:latin typeface="Perpetua Titling MT" panose="02020502060505020804" pitchFamily="18" charset="0"/>
            </a:rPr>
            <a:t>migrain</a:t>
          </a:r>
          <a:endParaRPr lang="en-US" sz="2300" kern="1200" dirty="0">
            <a:latin typeface="Perpetua Titling MT" panose="02020502060505020804" pitchFamily="18" charset="0"/>
          </a:endParaRPr>
        </a:p>
      </dsp:txBody>
      <dsp:txXfrm>
        <a:off x="893072" y="44805"/>
        <a:ext cx="2442375" cy="1429837"/>
      </dsp:txXfrm>
    </dsp:sp>
    <dsp:sp modelId="{E9DB4745-E00E-48E5-A446-0DDC6FC6A113}">
      <dsp:nvSpPr>
        <dsp:cNvPr id="0" name=""/>
        <dsp:cNvSpPr/>
      </dsp:nvSpPr>
      <dsp:spPr>
        <a:xfrm>
          <a:off x="3602689" y="445837"/>
          <a:ext cx="536644" cy="6277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602689" y="571392"/>
        <a:ext cx="375651" cy="376663"/>
      </dsp:txXfrm>
    </dsp:sp>
    <dsp:sp modelId="{99E69C25-65D0-4A1F-A310-F81EA5F126D5}">
      <dsp:nvSpPr>
        <dsp:cNvPr id="0" name=""/>
        <dsp:cNvSpPr/>
      </dsp:nvSpPr>
      <dsp:spPr>
        <a:xfrm>
          <a:off x="4392468" y="321"/>
          <a:ext cx="2531343" cy="1518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Perpetua Titling MT" panose="02020502060505020804" pitchFamily="18" charset="0"/>
            </a:rPr>
            <a:t>Dataset Kaggle </a:t>
          </a:r>
          <a:r>
            <a:rPr lang="en-US" sz="2300" kern="1200" dirty="0" err="1">
              <a:latin typeface="Perpetua Titling MT" panose="02020502060505020804" pitchFamily="18" charset="0"/>
            </a:rPr>
            <a:t>sesuai</a:t>
          </a:r>
          <a:r>
            <a:rPr lang="en-US" sz="2300" kern="1200" dirty="0">
              <a:latin typeface="Perpetua Titling MT" panose="02020502060505020804" pitchFamily="18" charset="0"/>
            </a:rPr>
            <a:t> </a:t>
          </a:r>
          <a:r>
            <a:rPr lang="en-US" sz="2300" kern="1200" dirty="0" err="1">
              <a:latin typeface="Perpetua Titling MT" panose="02020502060505020804" pitchFamily="18" charset="0"/>
            </a:rPr>
            <a:t>untuk</a:t>
          </a:r>
          <a:r>
            <a:rPr lang="en-US" sz="2300" kern="1200" dirty="0">
              <a:latin typeface="Perpetua Titling MT" panose="02020502060505020804" pitchFamily="18" charset="0"/>
            </a:rPr>
            <a:t> </a:t>
          </a:r>
          <a:r>
            <a:rPr lang="en-US" sz="2300" kern="1200" dirty="0" err="1">
              <a:latin typeface="Perpetua Titling MT" panose="02020502060505020804" pitchFamily="18" charset="0"/>
            </a:rPr>
            <a:t>penelitian</a:t>
          </a:r>
          <a:endParaRPr lang="en-US" sz="2300" kern="1200" dirty="0">
            <a:latin typeface="Perpetua Titling MT" panose="02020502060505020804" pitchFamily="18" charset="0"/>
          </a:endParaRPr>
        </a:p>
      </dsp:txBody>
      <dsp:txXfrm>
        <a:off x="4436952" y="44805"/>
        <a:ext cx="2442375" cy="1429837"/>
      </dsp:txXfrm>
    </dsp:sp>
    <dsp:sp modelId="{57E4F437-154D-47BD-94B6-BB6BC3AA2F85}">
      <dsp:nvSpPr>
        <dsp:cNvPr id="0" name=""/>
        <dsp:cNvSpPr/>
      </dsp:nvSpPr>
      <dsp:spPr>
        <a:xfrm rot="5400000">
          <a:off x="5389817" y="1696321"/>
          <a:ext cx="536644" cy="6277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5469808" y="1741886"/>
        <a:ext cx="376663" cy="375651"/>
      </dsp:txXfrm>
    </dsp:sp>
    <dsp:sp modelId="{680C4446-42DE-452F-B799-02A750F29CF5}">
      <dsp:nvSpPr>
        <dsp:cNvPr id="0" name=""/>
        <dsp:cNvSpPr/>
      </dsp:nvSpPr>
      <dsp:spPr>
        <a:xfrm>
          <a:off x="4392468" y="2531664"/>
          <a:ext cx="2531343" cy="1518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Perpetua Titling MT" panose="02020502060505020804" pitchFamily="18" charset="0"/>
            </a:rPr>
            <a:t>Model </a:t>
          </a:r>
          <a:r>
            <a:rPr lang="en-US" sz="2300" kern="1200" dirty="0" err="1">
              <a:latin typeface="Perpetua Titling MT" panose="02020502060505020804" pitchFamily="18" charset="0"/>
            </a:rPr>
            <a:t>menunjukkan</a:t>
          </a:r>
          <a:r>
            <a:rPr lang="en-US" sz="2300" kern="1200" dirty="0">
              <a:latin typeface="Perpetua Titling MT" panose="02020502060505020804" pitchFamily="18" charset="0"/>
            </a:rPr>
            <a:t> </a:t>
          </a:r>
          <a:r>
            <a:rPr lang="en-US" sz="2300" kern="1200" dirty="0" err="1">
              <a:latin typeface="Perpetua Titling MT" panose="02020502060505020804" pitchFamily="18" charset="0"/>
            </a:rPr>
            <a:t>performa</a:t>
          </a:r>
          <a:r>
            <a:rPr lang="en-US" sz="2300" kern="1200" dirty="0">
              <a:latin typeface="Perpetua Titling MT" panose="02020502060505020804" pitchFamily="18" charset="0"/>
            </a:rPr>
            <a:t> </a:t>
          </a:r>
          <a:r>
            <a:rPr lang="en-US" sz="2300" kern="1200" dirty="0" err="1">
              <a:latin typeface="Perpetua Titling MT" panose="02020502060505020804" pitchFamily="18" charset="0"/>
            </a:rPr>
            <a:t>tinggi</a:t>
          </a:r>
          <a:endParaRPr lang="en-US" sz="2300" kern="1200" dirty="0">
            <a:latin typeface="Perpetua Titling MT" panose="02020502060505020804" pitchFamily="18" charset="0"/>
          </a:endParaRPr>
        </a:p>
      </dsp:txBody>
      <dsp:txXfrm>
        <a:off x="4436952" y="2576148"/>
        <a:ext cx="2442375" cy="142983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6D7B8-B653-4A85-A34D-5F1352B8D6E4}">
      <dsp:nvSpPr>
        <dsp:cNvPr id="0" name=""/>
        <dsp:cNvSpPr/>
      </dsp:nvSpPr>
      <dsp:spPr>
        <a:xfrm>
          <a:off x="843615" y="1026521"/>
          <a:ext cx="977973" cy="9779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C25BD0-75D4-49D3-864B-32226E0509DA}">
      <dsp:nvSpPr>
        <dsp:cNvPr id="0" name=""/>
        <dsp:cNvSpPr/>
      </dsp:nvSpPr>
      <dsp:spPr>
        <a:xfrm>
          <a:off x="245964" y="2304270"/>
          <a:ext cx="21732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Perpetua Titling MT" panose="02020502060505020804" pitchFamily="18" charset="0"/>
            </a:rPr>
            <a:t>GitHub Repository</a:t>
          </a:r>
        </a:p>
      </dsp:txBody>
      <dsp:txXfrm>
        <a:off x="245964" y="2304270"/>
        <a:ext cx="2173275" cy="720000"/>
      </dsp:txXfrm>
    </dsp:sp>
    <dsp:sp modelId="{FF1A8157-C204-45E2-B6BE-92645DB597FA}">
      <dsp:nvSpPr>
        <dsp:cNvPr id="0" name=""/>
        <dsp:cNvSpPr/>
      </dsp:nvSpPr>
      <dsp:spPr>
        <a:xfrm>
          <a:off x="3397213" y="1026521"/>
          <a:ext cx="977973" cy="9779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228FC2-E66E-4D7B-9C89-3270E441AE1B}">
      <dsp:nvSpPr>
        <dsp:cNvPr id="0" name=""/>
        <dsp:cNvSpPr/>
      </dsp:nvSpPr>
      <dsp:spPr>
        <a:xfrm>
          <a:off x="2799562" y="2304270"/>
          <a:ext cx="21732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Perpetua Titling MT" panose="02020502060505020804" pitchFamily="18" charset="0"/>
            </a:rPr>
            <a:t>Google </a:t>
          </a:r>
          <a:r>
            <a:rPr lang="en-US" sz="2100" kern="1200" dirty="0" err="1">
              <a:latin typeface="Perpetua Titling MT" panose="02020502060505020804" pitchFamily="18" charset="0"/>
            </a:rPr>
            <a:t>Colab</a:t>
          </a:r>
          <a:r>
            <a:rPr lang="en-US" sz="2100" kern="1200" dirty="0">
              <a:latin typeface="Perpetua Titling MT" panose="02020502060505020804" pitchFamily="18" charset="0"/>
            </a:rPr>
            <a:t> Notebook</a:t>
          </a:r>
        </a:p>
      </dsp:txBody>
      <dsp:txXfrm>
        <a:off x="2799562" y="2304270"/>
        <a:ext cx="2173275" cy="720000"/>
      </dsp:txXfrm>
    </dsp:sp>
    <dsp:sp modelId="{04D5B887-DE53-45D4-BB8B-52FCBEBA1EB1}">
      <dsp:nvSpPr>
        <dsp:cNvPr id="0" name=""/>
        <dsp:cNvSpPr/>
      </dsp:nvSpPr>
      <dsp:spPr>
        <a:xfrm>
          <a:off x="5950811" y="1026521"/>
          <a:ext cx="977973" cy="97797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6350E-E5A9-4A7F-8C0D-1686A398A9D2}">
      <dsp:nvSpPr>
        <dsp:cNvPr id="0" name=""/>
        <dsp:cNvSpPr/>
      </dsp:nvSpPr>
      <dsp:spPr>
        <a:xfrm>
          <a:off x="5353160" y="2304270"/>
          <a:ext cx="21732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Perpetua Titling MT" panose="02020502060505020804" pitchFamily="18" charset="0"/>
            </a:rPr>
            <a:t>YouTube </a:t>
          </a:r>
          <a:r>
            <a:rPr lang="en-US" sz="2100" kern="1200" dirty="0" err="1">
              <a:latin typeface="Perpetua Titling MT" panose="02020502060505020804" pitchFamily="18" charset="0"/>
            </a:rPr>
            <a:t>Presentasi</a:t>
          </a:r>
          <a:endParaRPr lang="en-US" sz="2100" kern="1200" dirty="0">
            <a:latin typeface="Perpetua Titling MT" panose="02020502060505020804" pitchFamily="18" charset="0"/>
          </a:endParaRPr>
        </a:p>
      </dsp:txBody>
      <dsp:txXfrm>
        <a:off x="5353160" y="2304270"/>
        <a:ext cx="217327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82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94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8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63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66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40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29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27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80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96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32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7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microsoft.com/office/2007/relationships/hdphoto" Target="../media/hdphoto3.wdp"/><Relationship Id="rId7" Type="http://schemas.openxmlformats.org/officeDocument/2006/relationships/diagramLayout" Target="../diagrams/layou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microsoft.com/office/2007/relationships/hdphoto" Target="../media/hdphoto2.wdp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microsoft.com/office/2007/relationships/hdphoto" Target="../media/hdphoto2.wdp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2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microsoft.com/office/2007/relationships/hdphoto" Target="../media/hdphoto2.wdp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2.png"/><Relationship Id="rId9" Type="http://schemas.microsoft.com/office/2007/relationships/diagramDrawing" Target="../diagrams/drawing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microsoft.com/office/2007/relationships/hdphoto" Target="../media/hdphoto2.wdp"/><Relationship Id="rId7" Type="http://schemas.openxmlformats.org/officeDocument/2006/relationships/diagramColors" Target="../diagrams/colors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microsoft.com/office/2007/relationships/hdphoto" Target="../media/hdphoto2.wdp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2.png"/><Relationship Id="rId9" Type="http://schemas.microsoft.com/office/2007/relationships/diagramDrawing" Target="../diagrams/drawing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microsoft.com/office/2007/relationships/hdphoto" Target="../media/hdphoto2.wdp"/><Relationship Id="rId7" Type="http://schemas.openxmlformats.org/officeDocument/2006/relationships/diagramQuickStyle" Target="../diagrams/quickStyle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2.png"/><Relationship Id="rId9" Type="http://schemas.microsoft.com/office/2007/relationships/diagramDrawing" Target="../diagrams/drawin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1364527"/>
            <a:ext cx="75438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400" cap="all" dirty="0" err="1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Perpetua Titling MT" panose="020F0502020204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Bedah</a:t>
            </a:r>
            <a:r>
              <a:rPr lang="en-US" sz="5400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Perpetua Titling MT" panose="020F0502020204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400" cap="all" dirty="0" err="1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Perpetua Titling MT" panose="020F0502020204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Jurnal</a:t>
            </a:r>
            <a:r>
              <a:rPr lang="en-US" sz="5400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Perpetua Titling MT" panose="020F0502020204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9715" y="2965245"/>
            <a:ext cx="7543800" cy="2361991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algn="ctr">
              <a:buClr>
                <a:schemeClr val="accent1">
                  <a:lumMod val="75000"/>
                </a:schemeClr>
              </a:buClr>
            </a:pPr>
            <a:endParaRPr lang="en-US" dirty="0">
              <a:solidFill>
                <a:schemeClr val="tx1"/>
              </a:solidFill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en-US" sz="5600" dirty="0" err="1">
                <a:solidFill>
                  <a:schemeClr val="tx1"/>
                </a:solidFill>
                <a:latin typeface="Perpetua Titling MT" panose="02020502060505020804" pitchFamily="18" charset="0"/>
              </a:rPr>
              <a:t>Klasifikasi</a:t>
            </a:r>
            <a:r>
              <a:rPr lang="en-US" sz="5600" dirty="0">
                <a:solidFill>
                  <a:schemeClr val="tx1"/>
                </a:solidFill>
                <a:latin typeface="Perpetua Titling MT" panose="02020502060505020804" pitchFamily="18" charset="0"/>
              </a:rPr>
              <a:t> </a:t>
            </a:r>
            <a:r>
              <a:rPr lang="en-US" sz="5600" dirty="0" err="1">
                <a:solidFill>
                  <a:schemeClr val="tx1"/>
                </a:solidFill>
                <a:latin typeface="Perpetua Titling MT" panose="02020502060505020804" pitchFamily="18" charset="0"/>
              </a:rPr>
              <a:t>Penyakit</a:t>
            </a:r>
            <a:r>
              <a:rPr lang="en-US" sz="5600" dirty="0">
                <a:solidFill>
                  <a:schemeClr val="tx1"/>
                </a:solidFill>
                <a:latin typeface="Perpetua Titling MT" panose="02020502060505020804" pitchFamily="18" charset="0"/>
              </a:rPr>
              <a:t> </a:t>
            </a:r>
            <a:r>
              <a:rPr lang="en-US" sz="5600" dirty="0" err="1">
                <a:solidFill>
                  <a:schemeClr val="tx1"/>
                </a:solidFill>
                <a:latin typeface="Perpetua Titling MT" panose="02020502060505020804" pitchFamily="18" charset="0"/>
              </a:rPr>
              <a:t>Migrain</a:t>
            </a:r>
            <a:r>
              <a:rPr lang="en-US" sz="5600" dirty="0">
                <a:solidFill>
                  <a:schemeClr val="tx1"/>
                </a:solidFill>
                <a:latin typeface="Perpetua Titling MT" panose="02020502060505020804" pitchFamily="18" charset="0"/>
              </a:rPr>
              <a:t> </a:t>
            </a:r>
            <a:r>
              <a:rPr lang="en-US" sz="5600" dirty="0" err="1">
                <a:solidFill>
                  <a:schemeClr val="tx1"/>
                </a:solidFill>
                <a:latin typeface="Perpetua Titling MT" panose="02020502060505020804" pitchFamily="18" charset="0"/>
              </a:rPr>
              <a:t>Menggunakan</a:t>
            </a:r>
            <a:r>
              <a:rPr lang="en-US" sz="5600" dirty="0">
                <a:solidFill>
                  <a:schemeClr val="tx1"/>
                </a:solidFill>
                <a:latin typeface="Perpetua Titling MT" panose="02020502060505020804" pitchFamily="18" charset="0"/>
              </a:rPr>
              <a:t> Naive Bayes</a:t>
            </a: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en-US" sz="4300" dirty="0">
              <a:solidFill>
                <a:schemeClr val="tx1"/>
              </a:solidFill>
              <a:latin typeface="Perpetua Titling MT" panose="02020502060505020804" pitchFamily="18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en-US" sz="5600" dirty="0">
                <a:solidFill>
                  <a:schemeClr val="tx1"/>
                </a:solidFill>
                <a:latin typeface="Perpetua Titling MT" panose="02020502060505020804" pitchFamily="18" charset="0"/>
              </a:rPr>
              <a:t>Muhammad </a:t>
            </a:r>
            <a:r>
              <a:rPr lang="en-US" sz="5600" dirty="0" err="1">
                <a:solidFill>
                  <a:schemeClr val="tx1"/>
                </a:solidFill>
                <a:latin typeface="Perpetua Titling MT" panose="02020502060505020804" pitchFamily="18" charset="0"/>
              </a:rPr>
              <a:t>Shiddiq</a:t>
            </a:r>
            <a:endParaRPr lang="en-US" sz="5600" dirty="0">
              <a:solidFill>
                <a:schemeClr val="tx1"/>
              </a:solidFill>
              <a:latin typeface="Perpetua Titling MT" panose="02020502060505020804" pitchFamily="18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en-US" sz="5600" dirty="0">
                <a:solidFill>
                  <a:schemeClr val="tx1"/>
                </a:solidFill>
                <a:latin typeface="Perpetua Titling MT" panose="02020502060505020804" pitchFamily="18" charset="0"/>
              </a:rPr>
              <a:t>312210125</a:t>
            </a:r>
          </a:p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en-US" sz="5600" dirty="0">
                <a:solidFill>
                  <a:schemeClr val="tx1"/>
                </a:solidFill>
                <a:latin typeface="Perpetua Titling MT" panose="02020502060505020804" pitchFamily="18" charset="0"/>
              </a:rPr>
              <a:t>TI.22.B1</a:t>
            </a: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en-US" sz="5600" dirty="0">
              <a:solidFill>
                <a:schemeClr val="tx1"/>
              </a:solidFill>
              <a:latin typeface="Perpetua Titling MT" panose="02020502060505020804" pitchFamily="18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en-US" sz="5600" dirty="0" err="1">
                <a:solidFill>
                  <a:schemeClr val="tx1"/>
                </a:solidFill>
                <a:latin typeface="Perpetua Titling MT" panose="02020502060505020804" pitchFamily="18" charset="0"/>
              </a:rPr>
              <a:t>Kecerdasan</a:t>
            </a:r>
            <a:r>
              <a:rPr lang="en-US" sz="5600" dirty="0">
                <a:solidFill>
                  <a:schemeClr val="tx1"/>
                </a:solidFill>
                <a:latin typeface="Perpetua Titling MT" panose="02020502060505020804" pitchFamily="18" charset="0"/>
              </a:rPr>
              <a:t> </a:t>
            </a:r>
            <a:r>
              <a:rPr lang="en-US" sz="5600" dirty="0" err="1">
                <a:solidFill>
                  <a:schemeClr val="tx1"/>
                </a:solidFill>
                <a:latin typeface="Perpetua Titling MT" panose="02020502060505020804" pitchFamily="18" charset="0"/>
              </a:rPr>
              <a:t>Buatan</a:t>
            </a:r>
            <a:endParaRPr lang="en-US" sz="5600" dirty="0">
              <a:solidFill>
                <a:schemeClr val="tx1"/>
              </a:solidFill>
              <a:latin typeface="Perpetua Titling MT" panose="02020502060505020804" pitchFamily="18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en-US" sz="5600" dirty="0">
                <a:solidFill>
                  <a:schemeClr val="tx1"/>
                </a:solidFill>
                <a:latin typeface="Perpetua Titling MT" panose="02020502060505020804" pitchFamily="18" charset="0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914171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776" y="1679569"/>
            <a:ext cx="2624148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4600" y="1864667"/>
            <a:ext cx="2346500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8" y="2376862"/>
            <a:ext cx="1980485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ID" sz="2600" dirty="0" err="1">
                <a:solidFill>
                  <a:srgbClr val="FFFFFF"/>
                </a:solidFill>
                <a:latin typeface="Perpetua Titling MT" panose="02020502060505020804" pitchFamily="18" charset="0"/>
              </a:rPr>
              <a:t>Latar</a:t>
            </a:r>
            <a:r>
              <a:rPr lang="en-ID" sz="2600" dirty="0">
                <a:solidFill>
                  <a:srgbClr val="FFFFFF"/>
                </a:solidFill>
                <a:latin typeface="Perpetua Titling MT" panose="02020502060505020804" pitchFamily="18" charset="0"/>
              </a:rPr>
              <a:t> </a:t>
            </a:r>
            <a:r>
              <a:rPr lang="en-ID" sz="2600" dirty="0" err="1">
                <a:solidFill>
                  <a:srgbClr val="FFFFFF"/>
                </a:solidFill>
                <a:latin typeface="Perpetua Titling MT" panose="02020502060505020804" pitchFamily="18" charset="0"/>
              </a:rPr>
              <a:t>Belakang</a:t>
            </a:r>
            <a:endParaRPr lang="en-ID" sz="2600" dirty="0">
              <a:solidFill>
                <a:srgbClr val="FFFFFF"/>
              </a:solidFill>
              <a:latin typeface="Perpetua Titling MT" panose="020205020605050208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169508" y="3398744"/>
            <a:ext cx="3657600" cy="60512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1CF7C939-F35C-CF9F-5356-877A353332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9312445"/>
              </p:ext>
            </p:extLst>
          </p:nvPr>
        </p:nvGraphicFramePr>
        <p:xfrm>
          <a:off x="4561284" y="725488"/>
          <a:ext cx="3856434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CFFB95F-D901-4937-8084-8A7BAA84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77232" y="0"/>
            <a:ext cx="3266767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9832" y="639763"/>
            <a:ext cx="2284555" cy="5177377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ID" sz="3500" dirty="0" err="1">
                <a:latin typeface="Perpetua Titling MT" panose="02020502060505020804" pitchFamily="18" charset="0"/>
              </a:rPr>
              <a:t>Tujuan</a:t>
            </a:r>
            <a:r>
              <a:rPr lang="en-ID" sz="3500" dirty="0">
                <a:latin typeface="Perpetua Titling MT" panose="02020502060505020804" pitchFamily="18" charset="0"/>
              </a:rPr>
              <a:t> </a:t>
            </a:r>
            <a:r>
              <a:rPr lang="en-ID" sz="3500" dirty="0" err="1">
                <a:latin typeface="Perpetua Titling MT" panose="02020502060505020804" pitchFamily="18" charset="0"/>
              </a:rPr>
              <a:t>Penelitian</a:t>
            </a:r>
            <a:endParaRPr lang="en-ID" sz="3500" dirty="0">
              <a:latin typeface="Perpetua Titling MT" panose="020205020605050208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0F473BD-3FD3-4548-A8F5-11D3C9CB8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91E02ED-3E2E-4396-B6DE-5F93F2F11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erpetua Titling MT" panose="02020502060505020804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8F088F5-B4E7-43B9-88F4-8667026E4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erpetua Titling MT" panose="02020502060505020804" pitchFamily="18" charset="0"/>
              </a:endParaRPr>
            </a:p>
          </p:txBody>
        </p:sp>
      </p:grp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3816D96-2F52-4528-7E69-9C735C45D4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8355951"/>
              </p:ext>
            </p:extLst>
          </p:nvPr>
        </p:nvGraphicFramePr>
        <p:xfrm>
          <a:off x="466725" y="639763"/>
          <a:ext cx="4929187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CFFB95F-D901-4937-8084-8A7BAA84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77232" y="0"/>
            <a:ext cx="3266767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9832" y="639763"/>
            <a:ext cx="2284555" cy="5177377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ID" sz="3500" dirty="0">
                <a:latin typeface="Perpetua Titling MT" panose="02020502060505020804" pitchFamily="18" charset="0"/>
              </a:rPr>
              <a:t>Dataset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0F473BD-3FD3-4548-A8F5-11D3C9CB8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91E02ED-3E2E-4396-B6DE-5F93F2F11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8F088F5-B4E7-43B9-88F4-8667026E4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FCC273-7EE5-72F4-0823-6D7BF95216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138605"/>
              </p:ext>
            </p:extLst>
          </p:nvPr>
        </p:nvGraphicFramePr>
        <p:xfrm>
          <a:off x="466725" y="639763"/>
          <a:ext cx="4929187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D2AEDCB-3859-4EAD-AA65-4BDD2802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2AA709-28A2-4289-A11E-FD3AA53F0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08D5D4-689C-423B-9974-4733A30A4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8992" y="0"/>
            <a:ext cx="3490332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3577" y="1060704"/>
            <a:ext cx="2949803" cy="4736592"/>
          </a:xfrm>
        </p:spPr>
        <p:txBody>
          <a:bodyPr>
            <a:normAutofit/>
          </a:bodyPr>
          <a:lstStyle/>
          <a:p>
            <a:pPr algn="ctr"/>
            <a:r>
              <a:rPr lang="en-ID" sz="3100" dirty="0" err="1">
                <a:solidFill>
                  <a:schemeClr val="bg1"/>
                </a:solidFill>
                <a:latin typeface="Perpetua Titling MT" panose="02020502060505020804" pitchFamily="18" charset="0"/>
              </a:rPr>
              <a:t>Metodologi</a:t>
            </a:r>
            <a:endParaRPr lang="en-ID" sz="3100" dirty="0">
              <a:solidFill>
                <a:schemeClr val="bg1"/>
              </a:solidFill>
              <a:latin typeface="Perpetua Titling MT" panose="020205020605050208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1213" y="1060704"/>
            <a:ext cx="3819832" cy="4736592"/>
          </a:xfrm>
        </p:spPr>
        <p:txBody>
          <a:bodyPr anchor="ctr">
            <a:normAutofit/>
          </a:bodyPr>
          <a:lstStyle/>
          <a:p>
            <a:r>
              <a:rPr lang="en-ID" sz="1600" dirty="0" err="1">
                <a:latin typeface="Perpetua Titling MT" panose="02020502060505020804" pitchFamily="18" charset="0"/>
              </a:rPr>
              <a:t>Algoritma</a:t>
            </a:r>
            <a:r>
              <a:rPr lang="en-ID" sz="1600" dirty="0">
                <a:latin typeface="Perpetua Titling MT" panose="02020502060505020804" pitchFamily="18" charset="0"/>
              </a:rPr>
              <a:t>: Gaussian Naive Bayes</a:t>
            </a:r>
          </a:p>
          <a:p>
            <a:r>
              <a:rPr lang="en-ID" sz="1600" dirty="0">
                <a:latin typeface="Perpetua Titling MT" panose="02020502060505020804" pitchFamily="18" charset="0"/>
              </a:rPr>
              <a:t>Tools: Python, Google </a:t>
            </a:r>
            <a:r>
              <a:rPr lang="en-ID" sz="1600" dirty="0" err="1">
                <a:latin typeface="Perpetua Titling MT" panose="02020502060505020804" pitchFamily="18" charset="0"/>
              </a:rPr>
              <a:t>Colab</a:t>
            </a:r>
            <a:endParaRPr lang="en-ID" sz="1600" dirty="0">
              <a:latin typeface="Perpetua Titling MT" panose="02020502060505020804" pitchFamily="18" charset="0"/>
            </a:endParaRPr>
          </a:p>
          <a:p>
            <a:r>
              <a:rPr lang="en-ID" sz="1600" dirty="0">
                <a:latin typeface="Perpetua Titling MT" panose="02020502060505020804" pitchFamily="18" charset="0"/>
              </a:rPr>
              <a:t>Split data: 80% training – 20% testing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8673E8-250A-46DB-9A53-00144B5AB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pPr algn="ctr"/>
            <a:r>
              <a:rPr lang="en-ID" dirty="0">
                <a:latin typeface="Perpetua Titling MT" panose="02020502060505020804" pitchFamily="18" charset="0"/>
              </a:rPr>
              <a:t>Alur </a:t>
            </a:r>
            <a:r>
              <a:rPr lang="en-ID" dirty="0" err="1">
                <a:latin typeface="Perpetua Titling MT" panose="02020502060505020804" pitchFamily="18" charset="0"/>
              </a:rPr>
              <a:t>Implementasi</a:t>
            </a:r>
            <a:endParaRPr lang="en-ID" dirty="0">
              <a:latin typeface="Perpetua Titling MT" panose="020205020605050208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4D762838-ADD7-429C-74F4-AEE1613817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1116934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CFFB95F-D901-4937-8084-8A7BAA84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77232" y="0"/>
            <a:ext cx="3266767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9832" y="639763"/>
            <a:ext cx="2284555" cy="5177377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ID" sz="3500" dirty="0">
                <a:latin typeface="Perpetua Titling MT" panose="02020502060505020804" pitchFamily="18" charset="0"/>
              </a:rPr>
              <a:t>Hasil </a:t>
            </a:r>
            <a:r>
              <a:rPr lang="en-ID" sz="3500" dirty="0" err="1">
                <a:latin typeface="Perpetua Titling MT" panose="02020502060505020804" pitchFamily="18" charset="0"/>
              </a:rPr>
              <a:t>Evaluasi</a:t>
            </a:r>
            <a:r>
              <a:rPr lang="en-ID" sz="3500" dirty="0">
                <a:latin typeface="Perpetua Titling MT" panose="02020502060505020804" pitchFamily="18" charset="0"/>
              </a:rPr>
              <a:t> (80:20)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F473BD-3FD3-4548-A8F5-11D3C9CB8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91E02ED-3E2E-4396-B6DE-5F93F2F11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8F088F5-B4E7-43B9-88F4-8667026E4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04E0B075-011B-A528-A0D0-FB419FBE2A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4127254"/>
              </p:ext>
            </p:extLst>
          </p:nvPr>
        </p:nvGraphicFramePr>
        <p:xfrm>
          <a:off x="466725" y="639763"/>
          <a:ext cx="4929187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CFFB95F-D901-4937-8084-8A7BAA84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77232" y="0"/>
            <a:ext cx="3266767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5140" y="639763"/>
            <a:ext cx="2820837" cy="5177377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ID" sz="3500" dirty="0" err="1">
                <a:latin typeface="Perpetua Titling MT" panose="02020502060505020804" pitchFamily="18" charset="0"/>
              </a:rPr>
              <a:t>Evaluasi</a:t>
            </a:r>
            <a:r>
              <a:rPr lang="en-ID" sz="3500" dirty="0">
                <a:latin typeface="Perpetua Titling MT" panose="02020502060505020804" pitchFamily="18" charset="0"/>
              </a:rPr>
              <a:t> </a:t>
            </a:r>
            <a:r>
              <a:rPr lang="en-ID" sz="3500" dirty="0" err="1">
                <a:latin typeface="Perpetua Titling MT" panose="02020502060505020804" pitchFamily="18" charset="0"/>
              </a:rPr>
              <a:t>Tambahan</a:t>
            </a:r>
            <a:r>
              <a:rPr lang="en-ID" sz="3500" dirty="0">
                <a:latin typeface="Perpetua Titling MT" panose="02020502060505020804" pitchFamily="18" charset="0"/>
              </a:rPr>
              <a:t> (10-Fold CV)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0F473BD-3FD3-4548-A8F5-11D3C9CB8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91E02ED-3E2E-4396-B6DE-5F93F2F11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8F088F5-B4E7-43B9-88F4-8667026E4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053255-61BC-D8B4-88FB-F12EFCDFB4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2849940"/>
              </p:ext>
            </p:extLst>
          </p:nvPr>
        </p:nvGraphicFramePr>
        <p:xfrm>
          <a:off x="466725" y="639763"/>
          <a:ext cx="4929187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>
                <a:latin typeface="Perpetua Titling MT" panose="02020502060505020804" pitchFamily="18" charset="0"/>
              </a:rPr>
              <a:t>Perbandingan</a:t>
            </a:r>
            <a:r>
              <a:rPr dirty="0">
                <a:latin typeface="Perpetua Titling MT" panose="02020502060505020804" pitchFamily="18" charset="0"/>
              </a:rPr>
              <a:t> </a:t>
            </a:r>
            <a:r>
              <a:rPr dirty="0" err="1">
                <a:latin typeface="Perpetua Titling MT" panose="02020502060505020804" pitchFamily="18" charset="0"/>
              </a:rPr>
              <a:t>dengan</a:t>
            </a:r>
            <a:r>
              <a:rPr dirty="0">
                <a:latin typeface="Perpetua Titling MT" panose="02020502060505020804" pitchFamily="18" charset="0"/>
              </a:rPr>
              <a:t> </a:t>
            </a:r>
            <a:r>
              <a:rPr dirty="0" err="1">
                <a:latin typeface="Perpetua Titling MT" panose="02020502060505020804" pitchFamily="18" charset="0"/>
              </a:rPr>
              <a:t>Jurnal</a:t>
            </a:r>
            <a:endParaRPr dirty="0">
              <a:latin typeface="Perpetua Titling MT" panose="020205020605050208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AF1F77-E9B7-A96F-B39F-B24BE665EB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3909969"/>
              </p:ext>
            </p:extLst>
          </p:nvPr>
        </p:nvGraphicFramePr>
        <p:xfrm>
          <a:off x="685800" y="2121408"/>
          <a:ext cx="7772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>
                <a:latin typeface="Perpetua Titling MT" panose="02020502060505020804" pitchFamily="18" charset="0"/>
              </a:rPr>
              <a:t>Kesimpulan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95D85C53-A248-2D8D-3EF2-4D8271793D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091017"/>
              </p:ext>
            </p:extLst>
          </p:nvPr>
        </p:nvGraphicFramePr>
        <p:xfrm>
          <a:off x="685800" y="2121408"/>
          <a:ext cx="7772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>
                <a:latin typeface="Perpetua Titling MT" panose="02020502060505020804" pitchFamily="18" charset="0"/>
              </a:rPr>
              <a:t>Dokumentasi</a:t>
            </a:r>
            <a:endParaRPr dirty="0">
              <a:latin typeface="Perpetua Titling MT" panose="020205020605050208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DFEC77-05A5-78C4-AD72-5500DCD5A5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6553710"/>
              </p:ext>
            </p:extLst>
          </p:nvPr>
        </p:nvGraphicFramePr>
        <p:xfrm>
          <a:off x="685800" y="2121408"/>
          <a:ext cx="7772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16</TotalTime>
  <Words>204</Words>
  <Application>Microsoft Office PowerPoint</Application>
  <PresentationFormat>On-screen Show (4:3)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Perpetua Titling MT</vt:lpstr>
      <vt:lpstr>Rockwell</vt:lpstr>
      <vt:lpstr>Rockwell Condensed</vt:lpstr>
      <vt:lpstr>Rockwell Extra Bold</vt:lpstr>
      <vt:lpstr>Wingdings</vt:lpstr>
      <vt:lpstr>Wood Type</vt:lpstr>
      <vt:lpstr>Bedah Jurnal Machine Learning</vt:lpstr>
      <vt:lpstr>Latar Belakang</vt:lpstr>
      <vt:lpstr>Tujuan Penelitian</vt:lpstr>
      <vt:lpstr>Dataset</vt:lpstr>
      <vt:lpstr>Metodologi</vt:lpstr>
      <vt:lpstr>Alur Implementasi</vt:lpstr>
      <vt:lpstr>Hasil Evaluasi (80:20)</vt:lpstr>
      <vt:lpstr>Evaluasi Tambahan (10-Fold CV)</vt:lpstr>
      <vt:lpstr>Perbandingan dengan Jurnal</vt:lpstr>
      <vt:lpstr>Kesimpulan</vt:lpstr>
      <vt:lpstr>Dokumentasi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Bedah Jurnal Machine Learning</dc:title>
  <dc:subject/>
  <dc:creator>MUHAMMAD SHIDDIQ</dc:creator>
  <cp:keywords/>
  <dc:description>generated using python-pptx</dc:description>
  <cp:lastModifiedBy>Ramadan Huda</cp:lastModifiedBy>
  <cp:revision>2</cp:revision>
  <dcterms:created xsi:type="dcterms:W3CDTF">2013-01-27T09:14:16Z</dcterms:created>
  <dcterms:modified xsi:type="dcterms:W3CDTF">2026-01-06T01:20:16Z</dcterms:modified>
  <cp:category/>
</cp:coreProperties>
</file>